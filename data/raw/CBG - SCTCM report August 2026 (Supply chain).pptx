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5.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tags/tag2.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7.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omments/modernComment_138_E3CB1A9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4"/>
    <p:sldMasterId id="2147484130" r:id="rId5"/>
    <p:sldMasterId id="2147484141" r:id="rId6"/>
    <p:sldMasterId id="2147484150" r:id="rId7"/>
    <p:sldMasterId id="2147484161" r:id="rId8"/>
    <p:sldMasterId id="2147484208" r:id="rId9"/>
    <p:sldMasterId id="2147484223" r:id="rId10"/>
    <p:sldMasterId id="2147484235" r:id="rId11"/>
  </p:sldMasterIdLst>
  <p:notesMasterIdLst>
    <p:notesMasterId r:id="rId42"/>
  </p:notesMasterIdLst>
  <p:handoutMasterIdLst>
    <p:handoutMasterId r:id="rId43"/>
  </p:handoutMasterIdLst>
  <p:sldIdLst>
    <p:sldId id="1707" r:id="rId12"/>
    <p:sldId id="299" r:id="rId13"/>
    <p:sldId id="312" r:id="rId14"/>
    <p:sldId id="314" r:id="rId15"/>
    <p:sldId id="313" r:id="rId16"/>
    <p:sldId id="1828" r:id="rId17"/>
    <p:sldId id="1716" r:id="rId18"/>
    <p:sldId id="1717" r:id="rId19"/>
    <p:sldId id="1718" r:id="rId20"/>
    <p:sldId id="1719" r:id="rId21"/>
    <p:sldId id="1770" r:id="rId22"/>
    <p:sldId id="1771" r:id="rId23"/>
    <p:sldId id="1783" r:id="rId24"/>
    <p:sldId id="1830" r:id="rId25"/>
    <p:sldId id="1772" r:id="rId26"/>
    <p:sldId id="1726" r:id="rId27"/>
    <p:sldId id="1823" r:id="rId28"/>
    <p:sldId id="1842" r:id="rId29"/>
    <p:sldId id="1843" r:id="rId30"/>
    <p:sldId id="1768" r:id="rId31"/>
    <p:sldId id="1777" r:id="rId32"/>
    <p:sldId id="1829" r:id="rId33"/>
    <p:sldId id="1755" r:id="rId34"/>
    <p:sldId id="1796" r:id="rId35"/>
    <p:sldId id="1778" r:id="rId36"/>
    <p:sldId id="1833" r:id="rId37"/>
    <p:sldId id="1841" r:id="rId38"/>
    <p:sldId id="1779" r:id="rId39"/>
    <p:sldId id="1831" r:id="rId40"/>
    <p:sldId id="1742" r:id="rId41"/>
  </p:sldIdLst>
  <p:sldSz cx="9144000" cy="6858000" type="screen4x3"/>
  <p:notesSz cx="7010400" cy="9296400"/>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288" userDrawn="1">
          <p15:clr>
            <a:srgbClr val="A4A3A4"/>
          </p15:clr>
        </p15:guide>
        <p15:guide id="4" pos="547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ACE165F-A10B-6DCD-7744-BF4566DDF47B}" name="Ruth Jerome" initials="RJ" userId="S::ruth.jerome@caribbrewery.com::9151e871-38e6-4f96-8f52-ddd4a9925df5" providerId="AD"/>
  <p188:author id="{B19FC3B8-E461-5DA8-AC96-D7B889DB610E}" name="Nirmal Ramsamooj" initials="NR" userId="S::nirmal.ramsamooj@caribbrewery.com::7d93c902-c7d5-4915-bcb7-de62a90f28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ale" initials="D" lastIdx="1" clrIdx="0">
    <p:extLst>
      <p:ext uri="{19B8F6BF-5375-455C-9EA6-DF929625EA0E}">
        <p15:presenceInfo xmlns:p15="http://schemas.microsoft.com/office/powerpoint/2012/main" userId="S-1-5-21-3959116150-3985258382-479054713-1126" providerId="AD"/>
      </p:ext>
    </p:extLst>
  </p:cmAuthor>
  <p:cmAuthor id="2" name="Karie Fortune" initials="KF" lastIdx="12" clrIdx="1">
    <p:extLst>
      <p:ext uri="{19B8F6BF-5375-455C-9EA6-DF929625EA0E}">
        <p15:presenceInfo xmlns:p15="http://schemas.microsoft.com/office/powerpoint/2012/main" userId="Karie Fortune" providerId="None"/>
      </p:ext>
    </p:extLst>
  </p:cmAuthor>
  <p:cmAuthor id="3" name="Karie Fortune" initials="KF [2]" lastIdx="16" clrIdx="2">
    <p:extLst>
      <p:ext uri="{19B8F6BF-5375-455C-9EA6-DF929625EA0E}">
        <p15:presenceInfo xmlns:p15="http://schemas.microsoft.com/office/powerpoint/2012/main" userId="S-1-5-21-3959116150-3985258382-479054713-1121" providerId="AD"/>
      </p:ext>
    </p:extLst>
  </p:cmAuthor>
  <p:cmAuthor id="4" name="Christopher Baird" initials="CB" lastIdx="1" clrIdx="3">
    <p:extLst>
      <p:ext uri="{19B8F6BF-5375-455C-9EA6-DF929625EA0E}">
        <p15:presenceInfo xmlns:p15="http://schemas.microsoft.com/office/powerpoint/2012/main" userId="Christopher Baird" providerId="None"/>
      </p:ext>
    </p:extLst>
  </p:cmAuthor>
  <p:cmAuthor id="5" name="Karie Fortune" initials="KF [3]" lastIdx="17" clrIdx="4">
    <p:extLst>
      <p:ext uri="{19B8F6BF-5375-455C-9EA6-DF929625EA0E}">
        <p15:presenceInfo xmlns:p15="http://schemas.microsoft.com/office/powerpoint/2012/main" userId="S::karie.fortune@grenadabreweries.com::e853adf3-207d-4d0a-885c-734820e35503" providerId="AD"/>
      </p:ext>
    </p:extLst>
  </p:cmAuthor>
  <p:cmAuthor id="6" name="Karie Fortune" initials="KF [4]" lastIdx="3" clrIdx="5">
    <p:extLst>
      <p:ext uri="{19B8F6BF-5375-455C-9EA6-DF929625EA0E}">
        <p15:presenceInfo xmlns:p15="http://schemas.microsoft.com/office/powerpoint/2012/main" userId="S::karie.fortune@caribbrewery.com::e853adf3-207d-4d0a-885c-734820e355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DCE"/>
    <a:srgbClr val="000000"/>
    <a:srgbClr val="00D002"/>
    <a:srgbClr val="29F701"/>
    <a:srgbClr val="002F85"/>
    <a:srgbClr val="003AA1"/>
    <a:srgbClr val="008000"/>
    <a:srgbClr val="00EEEB"/>
    <a:srgbClr val="00D8D7"/>
    <a:srgbClr val="005F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47" autoAdjust="0"/>
  </p:normalViewPr>
  <p:slideViewPr>
    <p:cSldViewPr snapToGrid="0">
      <p:cViewPr varScale="1">
        <p:scale>
          <a:sx n="106" d="100"/>
          <a:sy n="106" d="100"/>
        </p:scale>
        <p:origin x="1800" y="114"/>
      </p:cViewPr>
      <p:guideLst>
        <p:guide orient="horz" pos="2160"/>
        <p:guide pos="2880"/>
        <p:guide pos="288"/>
        <p:guide pos="5472"/>
      </p:guideLst>
    </p:cSldViewPr>
  </p:slideViewPr>
  <p:outlineViewPr>
    <p:cViewPr>
      <p:scale>
        <a:sx n="33" d="100"/>
        <a:sy n="33" d="100"/>
      </p:scale>
      <p:origin x="0" y="-4326"/>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notesMaster" Target="notesMasters/notesMaster1.xml"/><Relationship Id="rId47" Type="http://schemas.openxmlformats.org/officeDocument/2006/relationships/viewProps" Target="viewProps.xml"/><Relationship Id="rId50"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presProps" Target="presProps.xml"/><Relationship Id="rId20" Type="http://schemas.openxmlformats.org/officeDocument/2006/relationships/slide" Target="slides/slide9.xml"/><Relationship Id="rId41" Type="http://schemas.openxmlformats.org/officeDocument/2006/relationships/slide" Target="slides/slide30.xml"/><Relationship Id="rId1" Type="http://schemas.openxmlformats.org/officeDocument/2006/relationships/customXml" Target="../customXml/item1.xml"/><Relationship Id="rId6" Type="http://schemas.openxmlformats.org/officeDocument/2006/relationships/slideMaster" Target="slideMasters/slideMaster3.xml"/></Relationships>
</file>

<file path=ppt/comments/modernComment_138_E3CB1A90.xml><?xml version="1.0" encoding="utf-8"?>
<p188:cmLst xmlns:a="http://schemas.openxmlformats.org/drawingml/2006/main" xmlns:r="http://schemas.openxmlformats.org/officeDocument/2006/relationships" xmlns:p188="http://schemas.microsoft.com/office/powerpoint/2018/8/main">
  <p188:cm id="{F0037B54-11A1-4F7D-812C-3FDEA948ABE0}" authorId="{AACE165F-A10B-6DCD-7744-BF4566DDF47B}" created="2025-04-22T15:19:21.575">
    <pc:sldMkLst xmlns:pc="http://schemas.microsoft.com/office/powerpoint/2013/main/command">
      <pc:docMk/>
      <pc:sldMk cId="3821738640" sldId="312"/>
    </pc:sldMkLst>
    <p188:txBody>
      <a:bodyPr/>
      <a:lstStyle/>
      <a:p>
        <a:r>
          <a:rPr lang="en-US"/>
          <a:t>Year-to date shows that UC/UB</a:t>
        </a:r>
      </a:p>
    </p188:txBody>
  </p188:cm>
</p188:cmLst>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2B3C46-DE47-2F4C-92F1-3C8657537F31}" type="doc">
      <dgm:prSet loTypeId="urn:microsoft.com/office/officeart/2005/8/layout/pyramid1" loCatId="" qsTypeId="urn:microsoft.com/office/officeart/2005/8/quickstyle/simple4#1" qsCatId="simple" csTypeId="urn:microsoft.com/office/officeart/2005/8/colors/accent1_2#1" csCatId="accent1" phldr="1"/>
      <dgm:spPr/>
      <dgm:t>
        <a:bodyPr/>
        <a:lstStyle/>
        <a:p>
          <a:endParaRPr lang="en-TT"/>
        </a:p>
      </dgm:t>
    </dgm:pt>
    <dgm:pt modelId="{8C1587F0-69AA-B34D-9180-DDD9D663858D}">
      <dgm:prSet phldrT="[Text]"/>
      <dgm:spPr>
        <a:solidFill>
          <a:srgbClr val="FF0000"/>
        </a:solidFill>
      </dgm:spPr>
      <dgm:t>
        <a:bodyPr/>
        <a:lstStyle/>
        <a:p>
          <a:pPr marL="108000">
            <a:spcAft>
              <a:spcPts val="0"/>
            </a:spcAft>
          </a:pPr>
          <a:endParaRPr lang="en-US"/>
        </a:p>
      </dgm:t>
    </dgm:pt>
    <dgm:pt modelId="{03E1EB1A-990E-D347-A886-24E3627E0216}" type="parTrans" cxnId="{A93ADA0B-66DB-B144-909C-A08726AFC83D}">
      <dgm:prSet/>
      <dgm:spPr/>
      <dgm:t>
        <a:bodyPr/>
        <a:lstStyle/>
        <a:p>
          <a:pPr marL="108000"/>
          <a:endParaRPr lang="en-US"/>
        </a:p>
      </dgm:t>
    </dgm:pt>
    <dgm:pt modelId="{B522CE18-522B-F84E-B6ED-5A4417E8AC17}" type="sibTrans" cxnId="{A93ADA0B-66DB-B144-909C-A08726AFC83D}">
      <dgm:prSet/>
      <dgm:spPr/>
      <dgm:t>
        <a:bodyPr/>
        <a:lstStyle/>
        <a:p>
          <a:pPr marL="108000"/>
          <a:endParaRPr lang="en-US"/>
        </a:p>
      </dgm:t>
    </dgm:pt>
    <dgm:pt modelId="{FF00FDA1-0FB4-3041-B15A-2B525D23695E}">
      <dgm:prSet phldrT="[Text]"/>
      <dgm:spPr>
        <a:solidFill>
          <a:srgbClr val="FFC000"/>
        </a:solidFill>
      </dgm:spPr>
      <dgm:t>
        <a:bodyPr/>
        <a:lstStyle/>
        <a:p>
          <a:pPr marL="108000"/>
          <a:endParaRPr lang="en-US"/>
        </a:p>
      </dgm:t>
    </dgm:pt>
    <dgm:pt modelId="{03B8CE3A-1DCE-A24F-89C4-F8AD36B19438}" type="parTrans" cxnId="{53FE3C3F-D3E1-A545-8289-2B4FA178399F}">
      <dgm:prSet/>
      <dgm:spPr/>
      <dgm:t>
        <a:bodyPr/>
        <a:lstStyle/>
        <a:p>
          <a:pPr marL="108000"/>
          <a:endParaRPr lang="en-US"/>
        </a:p>
      </dgm:t>
    </dgm:pt>
    <dgm:pt modelId="{C6A4C14D-6F81-294B-98A2-3795C4F9D8D8}" type="sibTrans" cxnId="{53FE3C3F-D3E1-A545-8289-2B4FA178399F}">
      <dgm:prSet/>
      <dgm:spPr/>
      <dgm:t>
        <a:bodyPr/>
        <a:lstStyle/>
        <a:p>
          <a:pPr marL="108000"/>
          <a:endParaRPr lang="en-US"/>
        </a:p>
      </dgm:t>
    </dgm:pt>
    <dgm:pt modelId="{83500678-A8AF-EE49-9568-142352CFD1F0}">
      <dgm:prSet phldrT="[Text]"/>
      <dgm:spPr>
        <a:solidFill>
          <a:srgbClr val="92D050"/>
        </a:solidFill>
      </dgm:spPr>
      <dgm:t>
        <a:bodyPr/>
        <a:lstStyle/>
        <a:p>
          <a:pPr marL="108000" algn="ctr"/>
          <a:endParaRPr lang="en-US">
            <a:solidFill>
              <a:srgbClr val="92D050"/>
            </a:solidFill>
          </a:endParaRPr>
        </a:p>
      </dgm:t>
    </dgm:pt>
    <dgm:pt modelId="{211352E5-A9F8-9E43-9762-1FEF2E20A802}" type="parTrans" cxnId="{CA4DC497-F0AE-9744-886A-3C1DFCB0A0A0}">
      <dgm:prSet/>
      <dgm:spPr/>
      <dgm:t>
        <a:bodyPr/>
        <a:lstStyle/>
        <a:p>
          <a:pPr marL="108000"/>
          <a:endParaRPr lang="en-US"/>
        </a:p>
      </dgm:t>
    </dgm:pt>
    <dgm:pt modelId="{71994BD7-4769-D14A-AC69-29F92405296C}" type="sibTrans" cxnId="{CA4DC497-F0AE-9744-886A-3C1DFCB0A0A0}">
      <dgm:prSet/>
      <dgm:spPr/>
      <dgm:t>
        <a:bodyPr/>
        <a:lstStyle/>
        <a:p>
          <a:pPr marL="108000"/>
          <a:endParaRPr lang="en-US"/>
        </a:p>
      </dgm:t>
    </dgm:pt>
    <dgm:pt modelId="{CAC61026-62E8-DE48-8440-E1114A82F685}">
      <dgm:prSet/>
      <dgm:spPr>
        <a:solidFill>
          <a:schemeClr val="bg2">
            <a:lumMod val="50000"/>
          </a:schemeClr>
        </a:solidFill>
      </dgm:spPr>
      <dgm:t>
        <a:bodyPr/>
        <a:lstStyle/>
        <a:p>
          <a:pPr marL="108000"/>
          <a:endParaRPr lang="en-US"/>
        </a:p>
      </dgm:t>
    </dgm:pt>
    <dgm:pt modelId="{9C60F5B2-0938-FD48-A0B5-ECFC8593CC2F}" type="parTrans" cxnId="{541D29B3-FEFA-9243-839C-8DD34848C06E}">
      <dgm:prSet/>
      <dgm:spPr/>
      <dgm:t>
        <a:bodyPr/>
        <a:lstStyle/>
        <a:p>
          <a:pPr marL="108000"/>
          <a:endParaRPr lang="en-US"/>
        </a:p>
      </dgm:t>
    </dgm:pt>
    <dgm:pt modelId="{64AA1A8F-5C27-E54B-B70F-901C36516C20}" type="sibTrans" cxnId="{541D29B3-FEFA-9243-839C-8DD34848C06E}">
      <dgm:prSet/>
      <dgm:spPr/>
      <dgm:t>
        <a:bodyPr/>
        <a:lstStyle/>
        <a:p>
          <a:pPr marL="108000"/>
          <a:endParaRPr lang="en-US"/>
        </a:p>
      </dgm:t>
    </dgm:pt>
    <dgm:pt modelId="{ECD13F0F-082E-439E-AC7B-5C3D02F760AB}">
      <dgm:prSet/>
      <dgm:spPr>
        <a:solidFill>
          <a:schemeClr val="tx2">
            <a:lumMod val="25000"/>
            <a:lumOff val="75000"/>
            <a:alpha val="97000"/>
          </a:schemeClr>
        </a:solidFill>
      </dgm:spPr>
      <dgm:t>
        <a:bodyPr/>
        <a:lstStyle/>
        <a:p>
          <a:pPr marL="108000" algn="just"/>
          <a:endParaRPr lang="en-US" dirty="0"/>
        </a:p>
      </dgm:t>
    </dgm:pt>
    <dgm:pt modelId="{70ACFD9F-F82C-4845-8754-848A09AEFF0B}" type="parTrans" cxnId="{DDC1DDD9-D530-4789-B2A0-480EAD92B526}">
      <dgm:prSet/>
      <dgm:spPr/>
      <dgm:t>
        <a:bodyPr/>
        <a:lstStyle/>
        <a:p>
          <a:pPr marL="108000"/>
          <a:endParaRPr lang="en-US"/>
        </a:p>
      </dgm:t>
    </dgm:pt>
    <dgm:pt modelId="{E590A1F3-1817-4728-A767-585FCAF1703A}" type="sibTrans" cxnId="{DDC1DDD9-D530-4789-B2A0-480EAD92B526}">
      <dgm:prSet/>
      <dgm:spPr/>
      <dgm:t>
        <a:bodyPr/>
        <a:lstStyle/>
        <a:p>
          <a:pPr marL="108000"/>
          <a:endParaRPr lang="en-US"/>
        </a:p>
      </dgm:t>
    </dgm:pt>
    <dgm:pt modelId="{7E3D0E29-050B-204E-A12F-3E1423016EC8}" type="pres">
      <dgm:prSet presAssocID="{1B2B3C46-DE47-2F4C-92F1-3C8657537F31}" presName="Name0" presStyleCnt="0">
        <dgm:presLayoutVars>
          <dgm:dir/>
          <dgm:animLvl val="lvl"/>
          <dgm:resizeHandles val="exact"/>
        </dgm:presLayoutVars>
      </dgm:prSet>
      <dgm:spPr/>
    </dgm:pt>
    <dgm:pt modelId="{430B441E-D667-834B-9C76-7041DFB8A19F}" type="pres">
      <dgm:prSet presAssocID="{8C1587F0-69AA-B34D-9180-DDD9D663858D}" presName="Name8" presStyleCnt="0"/>
      <dgm:spPr/>
    </dgm:pt>
    <dgm:pt modelId="{77652C2B-1349-854B-BD5C-006C41EABE26}" type="pres">
      <dgm:prSet presAssocID="{8C1587F0-69AA-B34D-9180-DDD9D663858D}" presName="level" presStyleLbl="node1" presStyleIdx="0" presStyleCnt="5" custScaleX="159905" custScaleY="33313" custLinFactNeighborX="-2948" custLinFactNeighborY="2527">
        <dgm:presLayoutVars>
          <dgm:chMax val="1"/>
          <dgm:bulletEnabled val="1"/>
        </dgm:presLayoutVars>
      </dgm:prSet>
      <dgm:spPr/>
    </dgm:pt>
    <dgm:pt modelId="{FC17BCF3-94D6-6C48-BFE5-11C87A420F40}" type="pres">
      <dgm:prSet presAssocID="{8C1587F0-69AA-B34D-9180-DDD9D663858D}" presName="levelTx" presStyleLbl="revTx" presStyleIdx="0" presStyleCnt="0">
        <dgm:presLayoutVars>
          <dgm:chMax val="1"/>
          <dgm:bulletEnabled val="1"/>
        </dgm:presLayoutVars>
      </dgm:prSet>
      <dgm:spPr/>
    </dgm:pt>
    <dgm:pt modelId="{9F0E8E1D-0DCB-224F-9690-4D5DD2DBF328}" type="pres">
      <dgm:prSet presAssocID="{FF00FDA1-0FB4-3041-B15A-2B525D23695E}" presName="Name8" presStyleCnt="0"/>
      <dgm:spPr/>
    </dgm:pt>
    <dgm:pt modelId="{97752A73-A4C5-7E44-978C-D73368696A7A}" type="pres">
      <dgm:prSet presAssocID="{FF00FDA1-0FB4-3041-B15A-2B525D23695E}" presName="level" presStyleLbl="node1" presStyleIdx="1" presStyleCnt="5" custScaleX="125482" custScaleY="26778" custLinFactNeighborX="-883" custLinFactNeighborY="2250">
        <dgm:presLayoutVars>
          <dgm:chMax val="1"/>
          <dgm:bulletEnabled val="1"/>
        </dgm:presLayoutVars>
      </dgm:prSet>
      <dgm:spPr/>
    </dgm:pt>
    <dgm:pt modelId="{768283F4-A83B-A745-A55E-BE1587C3175D}" type="pres">
      <dgm:prSet presAssocID="{FF00FDA1-0FB4-3041-B15A-2B525D23695E}" presName="levelTx" presStyleLbl="revTx" presStyleIdx="0" presStyleCnt="0">
        <dgm:presLayoutVars>
          <dgm:chMax val="1"/>
          <dgm:bulletEnabled val="1"/>
        </dgm:presLayoutVars>
      </dgm:prSet>
      <dgm:spPr/>
    </dgm:pt>
    <dgm:pt modelId="{E2D5743C-0D50-4746-850D-CC02C70BC79F}" type="pres">
      <dgm:prSet presAssocID="{ECD13F0F-082E-439E-AC7B-5C3D02F760AB}" presName="Name8" presStyleCnt="0"/>
      <dgm:spPr/>
    </dgm:pt>
    <dgm:pt modelId="{7D975DBD-BEED-459A-A92A-7FCB3C8C76D7}" type="pres">
      <dgm:prSet presAssocID="{ECD13F0F-082E-439E-AC7B-5C3D02F760AB}" presName="level" presStyleLbl="node1" presStyleIdx="2" presStyleCnt="5" custScaleX="113348" custScaleY="35138" custLinFactNeighborX="-967" custLinFactNeighborY="2342">
        <dgm:presLayoutVars>
          <dgm:chMax val="1"/>
          <dgm:bulletEnabled val="1"/>
        </dgm:presLayoutVars>
      </dgm:prSet>
      <dgm:spPr/>
    </dgm:pt>
    <dgm:pt modelId="{C6354FF4-4987-452A-B8AC-B4A6A2FEAABB}" type="pres">
      <dgm:prSet presAssocID="{ECD13F0F-082E-439E-AC7B-5C3D02F760AB}" presName="levelTx" presStyleLbl="revTx" presStyleIdx="0" presStyleCnt="0">
        <dgm:presLayoutVars>
          <dgm:chMax val="1"/>
          <dgm:bulletEnabled val="1"/>
        </dgm:presLayoutVars>
      </dgm:prSet>
      <dgm:spPr/>
    </dgm:pt>
    <dgm:pt modelId="{422CCF5A-F4C4-C14A-9765-7DEFE0D04FC7}" type="pres">
      <dgm:prSet presAssocID="{83500678-A8AF-EE49-9568-142352CFD1F0}" presName="Name8" presStyleCnt="0"/>
      <dgm:spPr/>
    </dgm:pt>
    <dgm:pt modelId="{DB90FD31-07E0-FA46-AF40-FEF93DD7D84D}" type="pres">
      <dgm:prSet presAssocID="{83500678-A8AF-EE49-9568-142352CFD1F0}" presName="level" presStyleLbl="node1" presStyleIdx="3" presStyleCnt="5" custScaleX="102609" custScaleY="36262" custLinFactNeighborX="-544" custLinFactNeighborY="-248">
        <dgm:presLayoutVars>
          <dgm:chMax val="1"/>
          <dgm:bulletEnabled val="1"/>
        </dgm:presLayoutVars>
      </dgm:prSet>
      <dgm:spPr/>
    </dgm:pt>
    <dgm:pt modelId="{9206BD26-72B3-C24A-A60C-066F44D402C5}" type="pres">
      <dgm:prSet presAssocID="{83500678-A8AF-EE49-9568-142352CFD1F0}" presName="levelTx" presStyleLbl="revTx" presStyleIdx="0" presStyleCnt="0">
        <dgm:presLayoutVars>
          <dgm:chMax val="1"/>
          <dgm:bulletEnabled val="1"/>
        </dgm:presLayoutVars>
      </dgm:prSet>
      <dgm:spPr/>
    </dgm:pt>
    <dgm:pt modelId="{36A9B71E-2DF4-5640-BF81-9FA3393D39BD}" type="pres">
      <dgm:prSet presAssocID="{CAC61026-62E8-DE48-8440-E1114A82F685}" presName="Name8" presStyleCnt="0"/>
      <dgm:spPr/>
    </dgm:pt>
    <dgm:pt modelId="{80DA8F55-DAA2-A147-835D-61603F1B181B}" type="pres">
      <dgm:prSet presAssocID="{CAC61026-62E8-DE48-8440-E1114A82F685}" presName="level" presStyleLbl="node1" presStyleIdx="4" presStyleCnt="5" custAng="0" custScaleY="19190" custLinFactNeighborX="-162" custLinFactNeighborY="-288">
        <dgm:presLayoutVars>
          <dgm:chMax val="1"/>
          <dgm:bulletEnabled val="1"/>
        </dgm:presLayoutVars>
      </dgm:prSet>
      <dgm:spPr/>
    </dgm:pt>
    <dgm:pt modelId="{34B296B9-9030-E844-9F98-099F1E265860}" type="pres">
      <dgm:prSet presAssocID="{CAC61026-62E8-DE48-8440-E1114A82F685}" presName="levelTx" presStyleLbl="revTx" presStyleIdx="0" presStyleCnt="0">
        <dgm:presLayoutVars>
          <dgm:chMax val="1"/>
          <dgm:bulletEnabled val="1"/>
        </dgm:presLayoutVars>
      </dgm:prSet>
      <dgm:spPr/>
    </dgm:pt>
  </dgm:ptLst>
  <dgm:cxnLst>
    <dgm:cxn modelId="{1834D600-4CB2-4DC3-923A-C305622DA30B}" type="presOf" srcId="{ECD13F0F-082E-439E-AC7B-5C3D02F760AB}" destId="{C6354FF4-4987-452A-B8AC-B4A6A2FEAABB}" srcOrd="1" destOrd="0" presId="urn:microsoft.com/office/officeart/2005/8/layout/pyramid1"/>
    <dgm:cxn modelId="{A93ADA0B-66DB-B144-909C-A08726AFC83D}" srcId="{1B2B3C46-DE47-2F4C-92F1-3C8657537F31}" destId="{8C1587F0-69AA-B34D-9180-DDD9D663858D}" srcOrd="0" destOrd="0" parTransId="{03E1EB1A-990E-D347-A886-24E3627E0216}" sibTransId="{B522CE18-522B-F84E-B6ED-5A4417E8AC17}"/>
    <dgm:cxn modelId="{2C386C16-ACDD-4E04-96CA-0AAD8FC99EF2}" type="presOf" srcId="{8C1587F0-69AA-B34D-9180-DDD9D663858D}" destId="{77652C2B-1349-854B-BD5C-006C41EABE26}" srcOrd="0" destOrd="0" presId="urn:microsoft.com/office/officeart/2005/8/layout/pyramid1"/>
    <dgm:cxn modelId="{C70EBC20-1FC7-4159-907B-68E531065A3E}" type="presOf" srcId="{ECD13F0F-082E-439E-AC7B-5C3D02F760AB}" destId="{7D975DBD-BEED-459A-A92A-7FCB3C8C76D7}" srcOrd="0" destOrd="0" presId="urn:microsoft.com/office/officeart/2005/8/layout/pyramid1"/>
    <dgm:cxn modelId="{752EA724-6957-40BE-A17B-0E6D423E4A25}" type="presOf" srcId="{CAC61026-62E8-DE48-8440-E1114A82F685}" destId="{80DA8F55-DAA2-A147-835D-61603F1B181B}" srcOrd="0" destOrd="0" presId="urn:microsoft.com/office/officeart/2005/8/layout/pyramid1"/>
    <dgm:cxn modelId="{D4E1A82D-3CAA-45EC-949E-F76046A951F7}" type="presOf" srcId="{FF00FDA1-0FB4-3041-B15A-2B525D23695E}" destId="{768283F4-A83B-A745-A55E-BE1587C3175D}" srcOrd="1" destOrd="0" presId="urn:microsoft.com/office/officeart/2005/8/layout/pyramid1"/>
    <dgm:cxn modelId="{53FE3C3F-D3E1-A545-8289-2B4FA178399F}" srcId="{1B2B3C46-DE47-2F4C-92F1-3C8657537F31}" destId="{FF00FDA1-0FB4-3041-B15A-2B525D23695E}" srcOrd="1" destOrd="0" parTransId="{03B8CE3A-1DCE-A24F-89C4-F8AD36B19438}" sibTransId="{C6A4C14D-6F81-294B-98A2-3795C4F9D8D8}"/>
    <dgm:cxn modelId="{F3E4F942-3CE9-4A34-A2F0-BB85ABB66FC5}" type="presOf" srcId="{CAC61026-62E8-DE48-8440-E1114A82F685}" destId="{34B296B9-9030-E844-9F98-099F1E265860}" srcOrd="1" destOrd="0" presId="urn:microsoft.com/office/officeart/2005/8/layout/pyramid1"/>
    <dgm:cxn modelId="{D0DBE948-A899-438B-B214-A57882B037F1}" type="presOf" srcId="{83500678-A8AF-EE49-9568-142352CFD1F0}" destId="{9206BD26-72B3-C24A-A60C-066F44D402C5}" srcOrd="1" destOrd="0" presId="urn:microsoft.com/office/officeart/2005/8/layout/pyramid1"/>
    <dgm:cxn modelId="{39D76E81-A2BE-440E-84B0-E24083F8E57E}" type="presOf" srcId="{8C1587F0-69AA-B34D-9180-DDD9D663858D}" destId="{FC17BCF3-94D6-6C48-BFE5-11C87A420F40}" srcOrd="1" destOrd="0" presId="urn:microsoft.com/office/officeart/2005/8/layout/pyramid1"/>
    <dgm:cxn modelId="{CA4DC497-F0AE-9744-886A-3C1DFCB0A0A0}" srcId="{1B2B3C46-DE47-2F4C-92F1-3C8657537F31}" destId="{83500678-A8AF-EE49-9568-142352CFD1F0}" srcOrd="3" destOrd="0" parTransId="{211352E5-A9F8-9E43-9762-1FEF2E20A802}" sibTransId="{71994BD7-4769-D14A-AC69-29F92405296C}"/>
    <dgm:cxn modelId="{541D29B3-FEFA-9243-839C-8DD34848C06E}" srcId="{1B2B3C46-DE47-2F4C-92F1-3C8657537F31}" destId="{CAC61026-62E8-DE48-8440-E1114A82F685}" srcOrd="4" destOrd="0" parTransId="{9C60F5B2-0938-FD48-A0B5-ECFC8593CC2F}" sibTransId="{64AA1A8F-5C27-E54B-B70F-901C36516C20}"/>
    <dgm:cxn modelId="{996D1BBA-AF78-40ED-8D6B-934FD5982EF9}" type="presOf" srcId="{83500678-A8AF-EE49-9568-142352CFD1F0}" destId="{DB90FD31-07E0-FA46-AF40-FEF93DD7D84D}" srcOrd="0" destOrd="0" presId="urn:microsoft.com/office/officeart/2005/8/layout/pyramid1"/>
    <dgm:cxn modelId="{DDC1DDD9-D530-4789-B2A0-480EAD92B526}" srcId="{1B2B3C46-DE47-2F4C-92F1-3C8657537F31}" destId="{ECD13F0F-082E-439E-AC7B-5C3D02F760AB}" srcOrd="2" destOrd="0" parTransId="{70ACFD9F-F82C-4845-8754-848A09AEFF0B}" sibTransId="{E590A1F3-1817-4728-A767-585FCAF1703A}"/>
    <dgm:cxn modelId="{40B68BF1-17C4-4A6A-962B-1AFE33420BDA}" type="presOf" srcId="{1B2B3C46-DE47-2F4C-92F1-3C8657537F31}" destId="{7E3D0E29-050B-204E-A12F-3E1423016EC8}" srcOrd="0" destOrd="0" presId="urn:microsoft.com/office/officeart/2005/8/layout/pyramid1"/>
    <dgm:cxn modelId="{D882CCF3-F1E3-42E6-9A1B-7E8D6F7B145A}" type="presOf" srcId="{FF00FDA1-0FB4-3041-B15A-2B525D23695E}" destId="{97752A73-A4C5-7E44-978C-D73368696A7A}" srcOrd="0" destOrd="0" presId="urn:microsoft.com/office/officeart/2005/8/layout/pyramid1"/>
    <dgm:cxn modelId="{F7F44993-4D9A-4098-936B-865026167CC6}" type="presParOf" srcId="{7E3D0E29-050B-204E-A12F-3E1423016EC8}" destId="{430B441E-D667-834B-9C76-7041DFB8A19F}" srcOrd="0" destOrd="0" presId="urn:microsoft.com/office/officeart/2005/8/layout/pyramid1"/>
    <dgm:cxn modelId="{7289256B-083E-4D03-A0C6-82031B6EBF44}" type="presParOf" srcId="{430B441E-D667-834B-9C76-7041DFB8A19F}" destId="{77652C2B-1349-854B-BD5C-006C41EABE26}" srcOrd="0" destOrd="0" presId="urn:microsoft.com/office/officeart/2005/8/layout/pyramid1"/>
    <dgm:cxn modelId="{5DE04F32-5342-41AB-A3FD-1FFA24DC4118}" type="presParOf" srcId="{430B441E-D667-834B-9C76-7041DFB8A19F}" destId="{FC17BCF3-94D6-6C48-BFE5-11C87A420F40}" srcOrd="1" destOrd="0" presId="urn:microsoft.com/office/officeart/2005/8/layout/pyramid1"/>
    <dgm:cxn modelId="{06AA5F6D-843F-490D-8772-3DA9ABCA1810}" type="presParOf" srcId="{7E3D0E29-050B-204E-A12F-3E1423016EC8}" destId="{9F0E8E1D-0DCB-224F-9690-4D5DD2DBF328}" srcOrd="1" destOrd="0" presId="urn:microsoft.com/office/officeart/2005/8/layout/pyramid1"/>
    <dgm:cxn modelId="{F4C11C93-7D10-498C-97E4-9B42C9829F83}" type="presParOf" srcId="{9F0E8E1D-0DCB-224F-9690-4D5DD2DBF328}" destId="{97752A73-A4C5-7E44-978C-D73368696A7A}" srcOrd="0" destOrd="0" presId="urn:microsoft.com/office/officeart/2005/8/layout/pyramid1"/>
    <dgm:cxn modelId="{BED2ABE9-CF2C-4E0D-836C-22B23152FD9C}" type="presParOf" srcId="{9F0E8E1D-0DCB-224F-9690-4D5DD2DBF328}" destId="{768283F4-A83B-A745-A55E-BE1587C3175D}" srcOrd="1" destOrd="0" presId="urn:microsoft.com/office/officeart/2005/8/layout/pyramid1"/>
    <dgm:cxn modelId="{11AF05BC-E7B6-480D-8A0B-0DE9E0FCE010}" type="presParOf" srcId="{7E3D0E29-050B-204E-A12F-3E1423016EC8}" destId="{E2D5743C-0D50-4746-850D-CC02C70BC79F}" srcOrd="2" destOrd="0" presId="urn:microsoft.com/office/officeart/2005/8/layout/pyramid1"/>
    <dgm:cxn modelId="{D91B2EBE-168D-4C33-9C8D-016B91CDE7C2}" type="presParOf" srcId="{E2D5743C-0D50-4746-850D-CC02C70BC79F}" destId="{7D975DBD-BEED-459A-A92A-7FCB3C8C76D7}" srcOrd="0" destOrd="0" presId="urn:microsoft.com/office/officeart/2005/8/layout/pyramid1"/>
    <dgm:cxn modelId="{88D56246-F980-4F84-B4CF-5726B2B8CBC5}" type="presParOf" srcId="{E2D5743C-0D50-4746-850D-CC02C70BC79F}" destId="{C6354FF4-4987-452A-B8AC-B4A6A2FEAABB}" srcOrd="1" destOrd="0" presId="urn:microsoft.com/office/officeart/2005/8/layout/pyramid1"/>
    <dgm:cxn modelId="{281CDF30-2565-43A8-8921-57E719ED9853}" type="presParOf" srcId="{7E3D0E29-050B-204E-A12F-3E1423016EC8}" destId="{422CCF5A-F4C4-C14A-9765-7DEFE0D04FC7}" srcOrd="3" destOrd="0" presId="urn:microsoft.com/office/officeart/2005/8/layout/pyramid1"/>
    <dgm:cxn modelId="{FCE11B0E-6D98-44BE-8BE0-9F55AC3AFFF4}" type="presParOf" srcId="{422CCF5A-F4C4-C14A-9765-7DEFE0D04FC7}" destId="{DB90FD31-07E0-FA46-AF40-FEF93DD7D84D}" srcOrd="0" destOrd="0" presId="urn:microsoft.com/office/officeart/2005/8/layout/pyramid1"/>
    <dgm:cxn modelId="{578FD14D-54EF-457D-BC09-DE31C8ACDB3B}" type="presParOf" srcId="{422CCF5A-F4C4-C14A-9765-7DEFE0D04FC7}" destId="{9206BD26-72B3-C24A-A60C-066F44D402C5}" srcOrd="1" destOrd="0" presId="urn:microsoft.com/office/officeart/2005/8/layout/pyramid1"/>
    <dgm:cxn modelId="{49179934-EF7B-4DB2-8E7E-2D22FB627680}" type="presParOf" srcId="{7E3D0E29-050B-204E-A12F-3E1423016EC8}" destId="{36A9B71E-2DF4-5640-BF81-9FA3393D39BD}" srcOrd="4" destOrd="0" presId="urn:microsoft.com/office/officeart/2005/8/layout/pyramid1"/>
    <dgm:cxn modelId="{334D3C47-B73F-4691-A5A8-E80623AD0268}" type="presParOf" srcId="{36A9B71E-2DF4-5640-BF81-9FA3393D39BD}" destId="{80DA8F55-DAA2-A147-835D-61603F1B181B}" srcOrd="0" destOrd="0" presId="urn:microsoft.com/office/officeart/2005/8/layout/pyramid1"/>
    <dgm:cxn modelId="{F67B46D7-EB86-4860-A182-9A7B5F1A82D1}" type="presParOf" srcId="{36A9B71E-2DF4-5640-BF81-9FA3393D39BD}" destId="{34B296B9-9030-E844-9F98-099F1E265860}"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52C2B-1349-854B-BD5C-006C41EABE26}">
      <dsp:nvSpPr>
        <dsp:cNvPr id="0" name=""/>
        <dsp:cNvSpPr/>
      </dsp:nvSpPr>
      <dsp:spPr>
        <a:xfrm>
          <a:off x="1634079" y="69348"/>
          <a:ext cx="1823952" cy="914210"/>
        </a:xfrm>
        <a:prstGeom prst="trapezoid">
          <a:avLst>
            <a:gd name="adj" fmla="val 62384"/>
          </a:avLst>
        </a:prstGeom>
        <a:solidFill>
          <a:srgbClr val="FF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108000" lvl="0" indent="0" algn="ctr" defTabSz="2533650">
            <a:lnSpc>
              <a:spcPct val="90000"/>
            </a:lnSpc>
            <a:spcBef>
              <a:spcPct val="0"/>
            </a:spcBef>
            <a:spcAft>
              <a:spcPts val="0"/>
            </a:spcAft>
            <a:buNone/>
          </a:pPr>
          <a:endParaRPr lang="en-US" sz="5700" kern="1200"/>
        </a:p>
      </dsp:txBody>
      <dsp:txXfrm>
        <a:off x="1634079" y="69348"/>
        <a:ext cx="1823952" cy="914210"/>
      </dsp:txXfrm>
    </dsp:sp>
    <dsp:sp modelId="{97752A73-A4C5-7E44-978C-D73368696A7A}">
      <dsp:nvSpPr>
        <dsp:cNvPr id="0" name=""/>
        <dsp:cNvSpPr/>
      </dsp:nvSpPr>
      <dsp:spPr>
        <a:xfrm>
          <a:off x="1270596" y="975957"/>
          <a:ext cx="2581835" cy="734870"/>
        </a:xfrm>
        <a:prstGeom prst="trapezoid">
          <a:avLst>
            <a:gd name="adj" fmla="val 62384"/>
          </a:avLst>
        </a:prstGeom>
        <a:solidFill>
          <a:srgbClr val="FFC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8420" tIns="58420" rIns="58420" bIns="58420" numCol="1" spcCol="1270" anchor="ctr" anchorCtr="0">
          <a:noAutofit/>
        </a:bodyPr>
        <a:lstStyle/>
        <a:p>
          <a:pPr marL="108000" lvl="0" indent="0" algn="ctr" defTabSz="2044700">
            <a:lnSpc>
              <a:spcPct val="90000"/>
            </a:lnSpc>
            <a:spcBef>
              <a:spcPct val="0"/>
            </a:spcBef>
            <a:spcAft>
              <a:spcPct val="35000"/>
            </a:spcAft>
            <a:buNone/>
          </a:pPr>
          <a:endParaRPr lang="en-US" sz="4600" kern="1200"/>
        </a:p>
      </dsp:txBody>
      <dsp:txXfrm>
        <a:off x="1722417" y="975957"/>
        <a:ext cx="1678192" cy="734870"/>
      </dsp:txXfrm>
    </dsp:sp>
    <dsp:sp modelId="{7D975DBD-BEED-459A-A92A-7FCB3C8C76D7}">
      <dsp:nvSpPr>
        <dsp:cNvPr id="0" name=""/>
        <dsp:cNvSpPr/>
      </dsp:nvSpPr>
      <dsp:spPr>
        <a:xfrm>
          <a:off x="700198" y="1713352"/>
          <a:ext cx="3695904" cy="964294"/>
        </a:xfrm>
        <a:prstGeom prst="trapezoid">
          <a:avLst>
            <a:gd name="adj" fmla="val 62384"/>
          </a:avLst>
        </a:prstGeom>
        <a:solidFill>
          <a:schemeClr val="tx2">
            <a:lumMod val="25000"/>
            <a:lumOff val="75000"/>
            <a:alpha val="97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108000" lvl="0" indent="0" algn="just" defTabSz="2667000">
            <a:lnSpc>
              <a:spcPct val="90000"/>
            </a:lnSpc>
            <a:spcBef>
              <a:spcPct val="0"/>
            </a:spcBef>
            <a:spcAft>
              <a:spcPct val="35000"/>
            </a:spcAft>
            <a:buNone/>
          </a:pPr>
          <a:endParaRPr lang="en-US" sz="6000" kern="1200" dirty="0"/>
        </a:p>
      </dsp:txBody>
      <dsp:txXfrm>
        <a:off x="1346982" y="1713352"/>
        <a:ext cx="2402338" cy="964294"/>
      </dsp:txXfrm>
    </dsp:sp>
    <dsp:sp modelId="{DB90FD31-07E0-FA46-AF40-FEF93DD7D84D}">
      <dsp:nvSpPr>
        <dsp:cNvPr id="0" name=""/>
        <dsp:cNvSpPr/>
      </dsp:nvSpPr>
      <dsp:spPr>
        <a:xfrm>
          <a:off x="245310" y="2606569"/>
          <a:ext cx="4619757" cy="995140"/>
        </a:xfrm>
        <a:prstGeom prst="trapezoid">
          <a:avLst>
            <a:gd name="adj" fmla="val 62384"/>
          </a:avLst>
        </a:prstGeom>
        <a:solidFill>
          <a:srgbClr val="92D05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8740" tIns="78740" rIns="78740" bIns="78740" numCol="1" spcCol="1270" anchor="ctr" anchorCtr="0">
          <a:noAutofit/>
        </a:bodyPr>
        <a:lstStyle/>
        <a:p>
          <a:pPr marL="108000" lvl="0" indent="0" algn="ctr" defTabSz="2755900">
            <a:lnSpc>
              <a:spcPct val="90000"/>
            </a:lnSpc>
            <a:spcBef>
              <a:spcPct val="0"/>
            </a:spcBef>
            <a:spcAft>
              <a:spcPct val="35000"/>
            </a:spcAft>
            <a:buNone/>
          </a:pPr>
          <a:endParaRPr lang="en-US" sz="6200" kern="1200">
            <a:solidFill>
              <a:srgbClr val="92D050"/>
            </a:solidFill>
          </a:endParaRPr>
        </a:p>
      </dsp:txBody>
      <dsp:txXfrm>
        <a:off x="1053768" y="2606569"/>
        <a:ext cx="3002842" cy="995140"/>
      </dsp:txXfrm>
    </dsp:sp>
    <dsp:sp modelId="{80DA8F55-DAA2-A147-835D-61603F1B181B}">
      <dsp:nvSpPr>
        <dsp:cNvPr id="0" name=""/>
        <dsp:cNvSpPr/>
      </dsp:nvSpPr>
      <dsp:spPr>
        <a:xfrm>
          <a:off x="0" y="3600612"/>
          <a:ext cx="5159363" cy="526632"/>
        </a:xfrm>
        <a:prstGeom prst="trapezoid">
          <a:avLst>
            <a:gd name="adj" fmla="val 62384"/>
          </a:avLst>
        </a:prstGeom>
        <a:solidFill>
          <a:schemeClr val="bg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108000" lvl="0" indent="0" algn="ctr" defTabSz="1466850">
            <a:lnSpc>
              <a:spcPct val="90000"/>
            </a:lnSpc>
            <a:spcBef>
              <a:spcPct val="0"/>
            </a:spcBef>
            <a:spcAft>
              <a:spcPct val="35000"/>
            </a:spcAft>
            <a:buNone/>
          </a:pPr>
          <a:endParaRPr lang="en-US" sz="3300" kern="1200"/>
        </a:p>
      </dsp:txBody>
      <dsp:txXfrm>
        <a:off x="902888" y="3600612"/>
        <a:ext cx="3353586" cy="526632"/>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2" tIns="46576" rIns="93152" bIns="46576" rtlCol="0"/>
          <a:lstStyle>
            <a:lvl1pPr algn="l">
              <a:defRPr sz="1200"/>
            </a:lvl1pPr>
          </a:lstStyle>
          <a:p>
            <a:endParaRPr lang="en-US" dirty="0"/>
          </a:p>
        </p:txBody>
      </p:sp>
      <p:sp>
        <p:nvSpPr>
          <p:cNvPr id="3" name="Date Placeholder 2"/>
          <p:cNvSpPr>
            <a:spLocks noGrp="1"/>
          </p:cNvSpPr>
          <p:nvPr>
            <p:ph type="dt" sz="quarter" idx="1"/>
          </p:nvPr>
        </p:nvSpPr>
        <p:spPr>
          <a:xfrm>
            <a:off x="3970940" y="0"/>
            <a:ext cx="3037840" cy="464820"/>
          </a:xfrm>
          <a:prstGeom prst="rect">
            <a:avLst/>
          </a:prstGeom>
        </p:spPr>
        <p:txBody>
          <a:bodyPr vert="horz" lIns="93152" tIns="46576" rIns="93152" bIns="46576" rtlCol="0"/>
          <a:lstStyle>
            <a:lvl1pPr algn="r">
              <a:defRPr sz="1200"/>
            </a:lvl1pPr>
          </a:lstStyle>
          <a:p>
            <a:fld id="{ED7B19BA-61BA-9845-BBD5-F19808332DEE}" type="datetimeFigureOut">
              <a:rPr lang="en-US" smtClean="0"/>
              <a:t>9/17/2026</a:t>
            </a:fld>
            <a:endParaRPr lang="en-US" dirty="0"/>
          </a:p>
        </p:txBody>
      </p:sp>
      <p:sp>
        <p:nvSpPr>
          <p:cNvPr id="4" name="Footer Placeholder 3"/>
          <p:cNvSpPr>
            <a:spLocks noGrp="1"/>
          </p:cNvSpPr>
          <p:nvPr>
            <p:ph type="ftr" sz="quarter" idx="2"/>
          </p:nvPr>
        </p:nvSpPr>
        <p:spPr>
          <a:xfrm>
            <a:off x="1" y="8829966"/>
            <a:ext cx="3037840" cy="464820"/>
          </a:xfrm>
          <a:prstGeom prst="rect">
            <a:avLst/>
          </a:prstGeom>
        </p:spPr>
        <p:txBody>
          <a:bodyPr vert="horz" lIns="93152" tIns="46576" rIns="93152" bIns="4657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40" y="8829966"/>
            <a:ext cx="3037840" cy="464820"/>
          </a:xfrm>
          <a:prstGeom prst="rect">
            <a:avLst/>
          </a:prstGeom>
        </p:spPr>
        <p:txBody>
          <a:bodyPr vert="horz" lIns="93152" tIns="46576" rIns="93152" bIns="46576" rtlCol="0" anchor="b"/>
          <a:lstStyle>
            <a:lvl1pPr algn="r">
              <a:defRPr sz="1200"/>
            </a:lvl1pPr>
          </a:lstStyle>
          <a:p>
            <a:fld id="{E46A9E70-5300-B040-9E01-B3AC4B63FFD4}" type="slidenum">
              <a:rPr lang="en-US" smtClean="0"/>
              <a:t>‹#›</a:t>
            </a:fld>
            <a:endParaRPr lang="en-US" dirty="0"/>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4T16:38:02.007"/>
    </inkml:context>
    <inkml:brush xml:id="br0">
      <inkml:brushProperty name="width" value="0.035" units="cm"/>
      <inkml:brushProperty name="height" value="0.03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3"/>
            <a:ext cx="3037840" cy="466435"/>
          </a:xfrm>
          <a:prstGeom prst="rect">
            <a:avLst/>
          </a:prstGeom>
        </p:spPr>
        <p:txBody>
          <a:bodyPr vert="horz" lIns="93152" tIns="46576" rIns="93152" bIns="46576" rtlCol="0"/>
          <a:lstStyle>
            <a:lvl1pPr algn="l">
              <a:defRPr sz="1200"/>
            </a:lvl1pPr>
          </a:lstStyle>
          <a:p>
            <a:endParaRPr lang="en-US" dirty="0"/>
          </a:p>
        </p:txBody>
      </p:sp>
      <p:sp>
        <p:nvSpPr>
          <p:cNvPr id="3" name="Date Placeholder 2"/>
          <p:cNvSpPr>
            <a:spLocks noGrp="1"/>
          </p:cNvSpPr>
          <p:nvPr>
            <p:ph type="dt" idx="1"/>
          </p:nvPr>
        </p:nvSpPr>
        <p:spPr>
          <a:xfrm>
            <a:off x="3970940" y="3"/>
            <a:ext cx="3037840" cy="466435"/>
          </a:xfrm>
          <a:prstGeom prst="rect">
            <a:avLst/>
          </a:prstGeom>
        </p:spPr>
        <p:txBody>
          <a:bodyPr vert="horz" lIns="93152" tIns="46576" rIns="93152" bIns="46576" rtlCol="0"/>
          <a:lstStyle>
            <a:lvl1pPr algn="r">
              <a:defRPr sz="1200"/>
            </a:lvl1pPr>
          </a:lstStyle>
          <a:p>
            <a:fld id="{90C7C4CC-BA54-4391-B566-C43241D02643}" type="datetimeFigureOut">
              <a:rPr lang="en-US" smtClean="0"/>
              <a:t>9/17/2026</a:t>
            </a:fld>
            <a:endParaRPr lang="en-US" dirty="0"/>
          </a:p>
        </p:txBody>
      </p:sp>
      <p:sp>
        <p:nvSpPr>
          <p:cNvPr id="4" name="Slide Image Placeholder 3"/>
          <p:cNvSpPr>
            <a:spLocks noGrp="1" noRot="1" noChangeAspect="1"/>
          </p:cNvSpPr>
          <p:nvPr>
            <p:ph type="sldImg" idx="2"/>
          </p:nvPr>
        </p:nvSpPr>
        <p:spPr>
          <a:xfrm>
            <a:off x="1412875" y="1162050"/>
            <a:ext cx="4184650" cy="3138488"/>
          </a:xfrm>
          <a:prstGeom prst="rect">
            <a:avLst/>
          </a:prstGeom>
          <a:noFill/>
          <a:ln w="12700">
            <a:solidFill>
              <a:prstClr val="black"/>
            </a:solidFill>
          </a:ln>
        </p:spPr>
        <p:txBody>
          <a:bodyPr vert="horz" lIns="93152" tIns="46576" rIns="93152" bIns="46576" rtlCol="0" anchor="ctr"/>
          <a:lstStyle/>
          <a:p>
            <a:endParaRPr lang="en-US" dirty="0"/>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3152" tIns="46576" rIns="93152" bIns="4657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8"/>
            <a:ext cx="3037840" cy="466434"/>
          </a:xfrm>
          <a:prstGeom prst="rect">
            <a:avLst/>
          </a:prstGeom>
        </p:spPr>
        <p:txBody>
          <a:bodyPr vert="horz" lIns="93152" tIns="46576" rIns="93152" bIns="4657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40" y="8829968"/>
            <a:ext cx="3037840" cy="466434"/>
          </a:xfrm>
          <a:prstGeom prst="rect">
            <a:avLst/>
          </a:prstGeom>
        </p:spPr>
        <p:txBody>
          <a:bodyPr vert="horz" lIns="93152" tIns="46576" rIns="93152" bIns="46576" rtlCol="0" anchor="b"/>
          <a:lstStyle>
            <a:lvl1pPr algn="r">
              <a:defRPr sz="1200"/>
            </a:lvl1pPr>
          </a:lstStyle>
          <a:p>
            <a:fld id="{5DC2F14D-884A-494B-A1B7-769BEB427E1F}"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2875" y="1162050"/>
            <a:ext cx="4184650" cy="3138488"/>
          </a:xfrm>
        </p:spPr>
      </p:sp>
      <p:sp>
        <p:nvSpPr>
          <p:cNvPr id="3" name="Notes Placeholder 2"/>
          <p:cNvSpPr>
            <a:spLocks noGrp="1"/>
          </p:cNvSpPr>
          <p:nvPr>
            <p:ph type="body" idx="1"/>
          </p:nvPr>
        </p:nvSpPr>
        <p:spPr/>
        <p:txBody>
          <a:bodyPr/>
          <a:lstStyle/>
          <a:p>
            <a:endParaRPr lang="en-TT"/>
          </a:p>
        </p:txBody>
      </p:sp>
      <p:sp>
        <p:nvSpPr>
          <p:cNvPr id="4" name="Slide Number Placeholder 3"/>
          <p:cNvSpPr>
            <a:spLocks noGrp="1"/>
          </p:cNvSpPr>
          <p:nvPr>
            <p:ph type="sldNum" sz="quarter" idx="10"/>
          </p:nvPr>
        </p:nvSpPr>
        <p:spPr/>
        <p:txBody>
          <a:bodyPr/>
          <a:lstStyle/>
          <a:p>
            <a:pPr defTabSz="460583">
              <a:defRPr/>
            </a:pPr>
            <a:fld id="{4B22F212-A5DC-4A06-88D1-CA1ABB0F539F}" type="slidenum">
              <a:rPr lang="en-TT">
                <a:solidFill>
                  <a:prstClr val="black"/>
                </a:solidFill>
                <a:latin typeface="Calibri"/>
              </a:rPr>
              <a:pPr defTabSz="460583">
                <a:defRPr/>
              </a:pPr>
              <a:t>2</a:t>
            </a:fld>
            <a:endParaRPr lang="en-TT">
              <a:solidFill>
                <a:prstClr val="black"/>
              </a:solidFill>
              <a:latin typeface="Calibri"/>
            </a:endParaRPr>
          </a:p>
        </p:txBody>
      </p:sp>
    </p:spTree>
    <p:extLst>
      <p:ext uri="{BB962C8B-B14F-4D97-AF65-F5344CB8AC3E}">
        <p14:creationId xmlns:p14="http://schemas.microsoft.com/office/powerpoint/2010/main" val="531764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1162050"/>
            <a:ext cx="5578475" cy="3138488"/>
          </a:xfrm>
        </p:spPr>
      </p:sp>
      <p:sp>
        <p:nvSpPr>
          <p:cNvPr id="3" name="Notes Placeholder 2"/>
          <p:cNvSpPr>
            <a:spLocks noGrp="1"/>
          </p:cNvSpPr>
          <p:nvPr>
            <p:ph type="body" idx="1"/>
          </p:nvPr>
        </p:nvSpPr>
        <p:spPr/>
        <p:txBody>
          <a:bodyPr/>
          <a:lstStyle/>
          <a:p>
            <a:endParaRPr lang="en-TT" dirty="0"/>
          </a:p>
        </p:txBody>
      </p:sp>
      <p:sp>
        <p:nvSpPr>
          <p:cNvPr id="4" name="Slide Number Placeholder 3"/>
          <p:cNvSpPr>
            <a:spLocks noGrp="1"/>
          </p:cNvSpPr>
          <p:nvPr>
            <p:ph type="sldNum" sz="quarter" idx="5"/>
          </p:nvPr>
        </p:nvSpPr>
        <p:spPr/>
        <p:txBody>
          <a:bodyPr/>
          <a:lstStyle/>
          <a:p>
            <a:fld id="{4B22F212-A5DC-4A06-88D1-CA1ABB0F539F}" type="slidenum">
              <a:rPr lang="en-TT" smtClean="0"/>
              <a:t>3</a:t>
            </a:fld>
            <a:endParaRPr lang="en-TT"/>
          </a:p>
        </p:txBody>
      </p:sp>
    </p:spTree>
    <p:extLst>
      <p:ext uri="{BB962C8B-B14F-4D97-AF65-F5344CB8AC3E}">
        <p14:creationId xmlns:p14="http://schemas.microsoft.com/office/powerpoint/2010/main" val="3311199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1162050"/>
            <a:ext cx="5578475" cy="3138488"/>
          </a:xfrm>
        </p:spPr>
      </p:sp>
      <p:sp>
        <p:nvSpPr>
          <p:cNvPr id="3" name="Notes Placeholder 2"/>
          <p:cNvSpPr>
            <a:spLocks noGrp="1"/>
          </p:cNvSpPr>
          <p:nvPr>
            <p:ph type="body" idx="1"/>
          </p:nvPr>
        </p:nvSpPr>
        <p:spPr/>
        <p:txBody>
          <a:bodyPr/>
          <a:lstStyle/>
          <a:p>
            <a:endParaRPr lang="en-TT"/>
          </a:p>
        </p:txBody>
      </p:sp>
      <p:sp>
        <p:nvSpPr>
          <p:cNvPr id="4" name="Slide Number Placeholder 3"/>
          <p:cNvSpPr>
            <a:spLocks noGrp="1"/>
          </p:cNvSpPr>
          <p:nvPr>
            <p:ph type="sldNum" sz="quarter" idx="5"/>
          </p:nvPr>
        </p:nvSpPr>
        <p:spPr/>
        <p:txBody>
          <a:bodyPr/>
          <a:lstStyle/>
          <a:p>
            <a:fld id="{4B22F212-A5DC-4A06-88D1-CA1ABB0F539F}" type="slidenum">
              <a:rPr lang="en-TT" smtClean="0"/>
              <a:t>4</a:t>
            </a:fld>
            <a:endParaRPr lang="en-TT"/>
          </a:p>
        </p:txBody>
      </p:sp>
    </p:spTree>
    <p:extLst>
      <p:ext uri="{BB962C8B-B14F-4D97-AF65-F5344CB8AC3E}">
        <p14:creationId xmlns:p14="http://schemas.microsoft.com/office/powerpoint/2010/main" val="593956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1162050"/>
            <a:ext cx="5578475" cy="3138488"/>
          </a:xfrm>
        </p:spPr>
      </p:sp>
      <p:sp>
        <p:nvSpPr>
          <p:cNvPr id="3" name="Notes Placeholder 2"/>
          <p:cNvSpPr>
            <a:spLocks noGrp="1"/>
          </p:cNvSpPr>
          <p:nvPr>
            <p:ph type="body" idx="1"/>
          </p:nvPr>
        </p:nvSpPr>
        <p:spPr/>
        <p:txBody>
          <a:bodyPr/>
          <a:lstStyle/>
          <a:p>
            <a:endParaRPr lang="en-TT"/>
          </a:p>
        </p:txBody>
      </p:sp>
      <p:sp>
        <p:nvSpPr>
          <p:cNvPr id="4" name="Slide Number Placeholder 3"/>
          <p:cNvSpPr>
            <a:spLocks noGrp="1"/>
          </p:cNvSpPr>
          <p:nvPr>
            <p:ph type="sldNum" sz="quarter" idx="5"/>
          </p:nvPr>
        </p:nvSpPr>
        <p:spPr/>
        <p:txBody>
          <a:bodyPr/>
          <a:lstStyle/>
          <a:p>
            <a:fld id="{4B22F212-A5DC-4A06-88D1-CA1ABB0F539F}" type="slidenum">
              <a:rPr lang="en-TT" smtClean="0"/>
              <a:t>5</a:t>
            </a:fld>
            <a:endParaRPr lang="en-TT"/>
          </a:p>
        </p:txBody>
      </p:sp>
    </p:spTree>
    <p:extLst>
      <p:ext uri="{BB962C8B-B14F-4D97-AF65-F5344CB8AC3E}">
        <p14:creationId xmlns:p14="http://schemas.microsoft.com/office/powerpoint/2010/main" val="3936507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C2F14D-884A-494B-A1B7-769BEB427E1F}" type="slidenum">
              <a:rPr lang="en-US" smtClean="0"/>
              <a:t>6</a:t>
            </a:fld>
            <a:endParaRPr lang="en-US" dirty="0"/>
          </a:p>
        </p:txBody>
      </p:sp>
    </p:spTree>
    <p:extLst>
      <p:ext uri="{BB962C8B-B14F-4D97-AF65-F5344CB8AC3E}">
        <p14:creationId xmlns:p14="http://schemas.microsoft.com/office/powerpoint/2010/main" val="467120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C2F14D-884A-494B-A1B7-769BEB427E1F}" type="slidenum">
              <a:rPr lang="en-US" smtClean="0"/>
              <a:t>15</a:t>
            </a:fld>
            <a:endParaRPr lang="en-US" dirty="0"/>
          </a:p>
        </p:txBody>
      </p:sp>
    </p:spTree>
    <p:extLst>
      <p:ext uri="{BB962C8B-B14F-4D97-AF65-F5344CB8AC3E}">
        <p14:creationId xmlns:p14="http://schemas.microsoft.com/office/powerpoint/2010/main" val="2190803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C2F14D-884A-494B-A1B7-769BEB427E1F}" type="slidenum">
              <a:rPr lang="en-US" smtClean="0"/>
              <a:t>17</a:t>
            </a:fld>
            <a:endParaRPr lang="en-US" dirty="0"/>
          </a:p>
        </p:txBody>
      </p:sp>
    </p:spTree>
    <p:extLst>
      <p:ext uri="{BB962C8B-B14F-4D97-AF65-F5344CB8AC3E}">
        <p14:creationId xmlns:p14="http://schemas.microsoft.com/office/powerpoint/2010/main" val="1250336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C2F14D-884A-494B-A1B7-769BEB427E1F}" type="slidenum">
              <a:rPr lang="en-US" smtClean="0"/>
              <a:t>20</a:t>
            </a:fld>
            <a:endParaRPr lang="en-US" dirty="0"/>
          </a:p>
        </p:txBody>
      </p:sp>
    </p:spTree>
    <p:extLst>
      <p:ext uri="{BB962C8B-B14F-4D97-AF65-F5344CB8AC3E}">
        <p14:creationId xmlns:p14="http://schemas.microsoft.com/office/powerpoint/2010/main" val="2967466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C2F14D-884A-494B-A1B7-769BEB427E1F}" type="slidenum">
              <a:rPr lang="en-US" smtClean="0"/>
              <a:t>25</a:t>
            </a:fld>
            <a:endParaRPr lang="en-US" dirty="0"/>
          </a:p>
        </p:txBody>
      </p:sp>
    </p:spTree>
    <p:extLst>
      <p:ext uri="{BB962C8B-B14F-4D97-AF65-F5344CB8AC3E}">
        <p14:creationId xmlns:p14="http://schemas.microsoft.com/office/powerpoint/2010/main" val="10236239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wmf"/><Relationship Id="rId1" Type="http://schemas.openxmlformats.org/officeDocument/2006/relationships/slideMaster" Target="../slideMasters/slideMaster1.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0.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0.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0.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0.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8.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7.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emf"/><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Master" Target="../slideMasters/slideMaster3.xml"/><Relationship Id="rId4" Type="http://schemas.openxmlformats.org/officeDocument/2006/relationships/image" Target="../media/image8.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Master" Target="../slideMasters/slideMaster4.xml"/><Relationship Id="rId4"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4.xml"/><Relationship Id="rId4" Type="http://schemas.openxmlformats.org/officeDocument/2006/relationships/image" Target="../media/image10.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4.xml"/><Relationship Id="rId4" Type="http://schemas.openxmlformats.org/officeDocument/2006/relationships/image" Target="../media/image10.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4.xml"/><Relationship Id="rId4" Type="http://schemas.openxmlformats.org/officeDocument/2006/relationships/image" Target="../media/image10.emf"/></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4.xml"/><Relationship Id="rId4" Type="http://schemas.openxmlformats.org/officeDocument/2006/relationships/image" Target="../media/image10.emf"/></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4.xml"/><Relationship Id="rId4" Type="http://schemas.openxmlformats.org/officeDocument/2006/relationships/image" Target="../media/image8.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4.xml"/><Relationship Id="rId4" Type="http://schemas.openxmlformats.org/officeDocument/2006/relationships/image" Target="../media/image17.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Master" Target="../slideMasters/slideMaster5.xml"/><Relationship Id="rId4" Type="http://schemas.openxmlformats.org/officeDocument/2006/relationships/image" Target="../media/image2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8.tiff"/><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8.tiff"/><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Master" Target="../slideMasters/slideMaster7.xml"/><Relationship Id="rId4" Type="http://schemas.openxmlformats.org/officeDocument/2006/relationships/image" Target="../media/image12.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7.xml"/><Relationship Id="rId4" Type="http://schemas.openxmlformats.org/officeDocument/2006/relationships/image" Target="../media/image10.emf"/></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7.xml"/><Relationship Id="rId4" Type="http://schemas.openxmlformats.org/officeDocument/2006/relationships/image" Target="../media/image10.emf"/></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7.xml"/><Relationship Id="rId4" Type="http://schemas.openxmlformats.org/officeDocument/2006/relationships/image" Target="../media/image10.emf"/></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7.xml"/><Relationship Id="rId4" Type="http://schemas.openxmlformats.org/officeDocument/2006/relationships/image" Target="../media/image10.emf"/></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7.xml"/><Relationship Id="rId4" Type="http://schemas.openxmlformats.org/officeDocument/2006/relationships/image" Target="../media/image8.emf"/></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7.xml"/><Relationship Id="rId4" Type="http://schemas.openxmlformats.org/officeDocument/2006/relationships/image" Target="../media/image17.png"/></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tiff"/><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Master" Target="../slideMasters/slideMaster8.xml"/><Relationship Id="rId4" Type="http://schemas.openxmlformats.org/officeDocument/2006/relationships/image" Target="../media/image33.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1683" name="Rectangle 3"/>
          <p:cNvSpPr>
            <a:spLocks noGrp="1" noChangeArrowheads="1"/>
          </p:cNvSpPr>
          <p:nvPr>
            <p:ph type="subTitle" idx="1"/>
          </p:nvPr>
        </p:nvSpPr>
        <p:spPr>
          <a:xfrm>
            <a:off x="107950" y="5013325"/>
            <a:ext cx="6400800" cy="1079500"/>
          </a:xfrm>
        </p:spPr>
        <p:txBody>
          <a:bodyPr/>
          <a:lstStyle>
            <a:lvl1pPr marL="0" indent="0" algn="ctr">
              <a:buFontTx/>
              <a:buNone/>
              <a:defRPr sz="1000"/>
            </a:lvl1pPr>
          </a:lstStyle>
          <a:p>
            <a:pPr lvl="0"/>
            <a:r>
              <a:rPr lang="en-GB" noProof="0"/>
              <a:t>click to edit master subtitle style</a:t>
            </a:r>
          </a:p>
        </p:txBody>
      </p:sp>
      <p:pic>
        <p:nvPicPr>
          <p:cNvPr id="71690" name="Picture 10" descr="PCB 2col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84213" y="333375"/>
            <a:ext cx="7921625" cy="1530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1682" name="Rectangle 2"/>
          <p:cNvSpPr>
            <a:spLocks noGrp="1" noChangeArrowheads="1"/>
          </p:cNvSpPr>
          <p:nvPr>
            <p:ph type="ctrTitle"/>
          </p:nvPr>
        </p:nvSpPr>
        <p:spPr>
          <a:xfrm>
            <a:off x="107950" y="3500438"/>
            <a:ext cx="5040313" cy="1296987"/>
          </a:xfrm>
        </p:spPr>
        <p:txBody>
          <a:bodyPr/>
          <a:lstStyle>
            <a:lvl1pPr>
              <a:defRPr/>
            </a:lvl1pPr>
          </a:lstStyle>
          <a:p>
            <a:pPr lvl="0"/>
            <a:r>
              <a:rPr lang="en-GB" noProof="0"/>
              <a:t>click to edit master title style</a:t>
            </a:r>
          </a:p>
        </p:txBody>
      </p:sp>
      <p:sp>
        <p:nvSpPr>
          <p:cNvPr id="71694" name="Text Box 14"/>
          <p:cNvSpPr txBox="1">
            <a:spLocks noChangeArrowheads="1"/>
          </p:cNvSpPr>
          <p:nvPr userDrawn="1"/>
        </p:nvSpPr>
        <p:spPr bwMode="auto">
          <a:xfrm>
            <a:off x="5003800" y="1484313"/>
            <a:ext cx="3455988"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GB" sz="1600" b="1" dirty="0">
                <a:solidFill>
                  <a:srgbClr val="000000"/>
                </a:solidFill>
              </a:rPr>
              <a:t>energising your people to deliver</a:t>
            </a:r>
          </a:p>
        </p:txBody>
      </p:sp>
      <p:sp>
        <p:nvSpPr>
          <p:cNvPr id="71695" name="Text Box 15"/>
          <p:cNvSpPr txBox="1">
            <a:spLocks noChangeArrowheads="1"/>
          </p:cNvSpPr>
          <p:nvPr userDrawn="1"/>
        </p:nvSpPr>
        <p:spPr bwMode="auto">
          <a:xfrm>
            <a:off x="5508625" y="6111875"/>
            <a:ext cx="3527425" cy="701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GB" sz="1000" b="1" dirty="0">
                <a:solidFill>
                  <a:srgbClr val="000000"/>
                </a:solidFill>
              </a:rPr>
              <a:t>prosper </a:t>
            </a:r>
            <a:r>
              <a:rPr lang="en-GB" sz="1000" dirty="0">
                <a:solidFill>
                  <a:srgbClr val="000000"/>
                </a:solidFill>
              </a:rPr>
              <a:t>[</a:t>
            </a:r>
            <a:r>
              <a:rPr lang="en-GB" sz="1000" b="1" dirty="0">
                <a:solidFill>
                  <a:srgbClr val="000000"/>
                </a:solidFill>
              </a:rPr>
              <a:t>pros</a:t>
            </a:r>
            <a:r>
              <a:rPr lang="en-GB" sz="1000" dirty="0">
                <a:solidFill>
                  <a:srgbClr val="000000"/>
                </a:solidFill>
              </a:rPr>
              <a:t>-per] verb	        succeed or flourish</a:t>
            </a:r>
          </a:p>
          <a:p>
            <a:pPr fontAlgn="base">
              <a:spcBef>
                <a:spcPct val="50000"/>
              </a:spcBef>
              <a:spcAft>
                <a:spcPct val="0"/>
              </a:spcAft>
            </a:pPr>
            <a:r>
              <a:rPr lang="en-GB" sz="1000" dirty="0">
                <a:solidFill>
                  <a:srgbClr val="000000"/>
                </a:solidFill>
              </a:rPr>
              <a:t>		thrive, make successful</a:t>
            </a:r>
          </a:p>
          <a:p>
            <a:pPr fontAlgn="base">
              <a:spcBef>
                <a:spcPct val="50000"/>
              </a:spcBef>
              <a:spcAft>
                <a:spcPct val="0"/>
              </a:spcAft>
            </a:pPr>
            <a:r>
              <a:rPr lang="en-GB" sz="1000" dirty="0">
                <a:solidFill>
                  <a:srgbClr val="000000"/>
                </a:solidFill>
              </a:rPr>
              <a:t>	[origin: L prosperare – to make happy]</a:t>
            </a:r>
            <a:endParaRPr lang="en-GB" sz="1000" b="1" dirty="0">
              <a:solidFill>
                <a:srgbClr val="000000"/>
              </a:solidFill>
            </a:endParaRPr>
          </a:p>
        </p:txBody>
      </p:sp>
      <p:pic>
        <p:nvPicPr>
          <p:cNvPr id="71696" name="Picture 16"/>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42988" y="1557338"/>
            <a:ext cx="1368425" cy="9064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697" name="Picture 17"/>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059113" y="1989138"/>
            <a:ext cx="1657350" cy="10207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698" name="Picture 18"/>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364163" y="2708275"/>
            <a:ext cx="1944687" cy="1112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699" name="Picture 19"/>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6588125" y="4005263"/>
            <a:ext cx="2374900" cy="1382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6526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endParaRPr lang="en-GB" dirty="0">
              <a:solidFill>
                <a:srgbClr val="000000"/>
              </a:solidFill>
            </a:endParaRPr>
          </a:p>
        </p:txBody>
      </p:sp>
      <p:sp>
        <p:nvSpPr>
          <p:cNvPr id="5" name="Slide Number Placeholder 4"/>
          <p:cNvSpPr>
            <a:spLocks noGrp="1"/>
          </p:cNvSpPr>
          <p:nvPr>
            <p:ph type="sldNum" sz="quarter" idx="11"/>
          </p:nvPr>
        </p:nvSpPr>
        <p:spPr/>
        <p:txBody>
          <a:bodyPr/>
          <a:lstStyle>
            <a:lvl1pPr>
              <a:defRPr/>
            </a:lvl1pPr>
          </a:lstStyle>
          <a:p>
            <a:fld id="{D670EDC6-F07E-4AE1-ACF7-8EEC87F0502F}" type="slidenum">
              <a:rPr lang="en-GB">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2679174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vl1pPr>
          </a:lstStyle>
          <a:p>
            <a:endParaRPr lang="en-GB" dirty="0">
              <a:solidFill>
                <a:srgbClr val="000000"/>
              </a:solidFill>
            </a:endParaRPr>
          </a:p>
        </p:txBody>
      </p:sp>
      <p:sp>
        <p:nvSpPr>
          <p:cNvPr id="5" name="Slide Number Placeholder 4"/>
          <p:cNvSpPr>
            <a:spLocks noGrp="1"/>
          </p:cNvSpPr>
          <p:nvPr>
            <p:ph type="sldNum" sz="quarter" idx="11"/>
          </p:nvPr>
        </p:nvSpPr>
        <p:spPr/>
        <p:txBody>
          <a:bodyPr/>
          <a:lstStyle>
            <a:lvl1pPr>
              <a:defRPr/>
            </a:lvl1pPr>
          </a:lstStyle>
          <a:p>
            <a:fld id="{AC72869B-A89C-49F4-989D-5334AADA5CEA}" type="slidenum">
              <a:rPr lang="en-GB">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2746401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23988"/>
            <a:ext cx="4038600" cy="4525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23988"/>
            <a:ext cx="4038600" cy="4525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a:lvl1pPr>
          </a:lstStyle>
          <a:p>
            <a:endParaRPr lang="en-GB" dirty="0">
              <a:solidFill>
                <a:srgbClr val="000000"/>
              </a:solidFill>
            </a:endParaRPr>
          </a:p>
        </p:txBody>
      </p:sp>
      <p:sp>
        <p:nvSpPr>
          <p:cNvPr id="6" name="Slide Number Placeholder 5"/>
          <p:cNvSpPr>
            <a:spLocks noGrp="1"/>
          </p:cNvSpPr>
          <p:nvPr>
            <p:ph type="sldNum" sz="quarter" idx="11"/>
          </p:nvPr>
        </p:nvSpPr>
        <p:spPr/>
        <p:txBody>
          <a:bodyPr/>
          <a:lstStyle>
            <a:lvl1pPr>
              <a:defRPr/>
            </a:lvl1pPr>
          </a:lstStyle>
          <a:p>
            <a:fld id="{9A30320B-4C01-4732-9ED5-9A3A083D33C6}" type="slidenum">
              <a:rPr lang="en-GB">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842483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a:lvl1pPr>
          </a:lstStyle>
          <a:p>
            <a:endParaRPr lang="en-GB" dirty="0">
              <a:solidFill>
                <a:srgbClr val="000000"/>
              </a:solidFill>
            </a:endParaRPr>
          </a:p>
        </p:txBody>
      </p:sp>
      <p:sp>
        <p:nvSpPr>
          <p:cNvPr id="8" name="Slide Number Placeholder 7"/>
          <p:cNvSpPr>
            <a:spLocks noGrp="1"/>
          </p:cNvSpPr>
          <p:nvPr>
            <p:ph type="sldNum" sz="quarter" idx="11"/>
          </p:nvPr>
        </p:nvSpPr>
        <p:spPr/>
        <p:txBody>
          <a:bodyPr/>
          <a:lstStyle>
            <a:lvl1pPr>
              <a:defRPr/>
            </a:lvl1pPr>
          </a:lstStyle>
          <a:p>
            <a:fld id="{82669BDF-6C0E-4F53-B1B6-DF9B12FB47E4}" type="slidenum">
              <a:rPr lang="en-GB">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3213393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a:lvl1pPr>
          </a:lstStyle>
          <a:p>
            <a:endParaRPr lang="en-GB" dirty="0">
              <a:solidFill>
                <a:srgbClr val="000000"/>
              </a:solidFill>
            </a:endParaRPr>
          </a:p>
        </p:txBody>
      </p:sp>
      <p:sp>
        <p:nvSpPr>
          <p:cNvPr id="4" name="Slide Number Placeholder 3"/>
          <p:cNvSpPr>
            <a:spLocks noGrp="1"/>
          </p:cNvSpPr>
          <p:nvPr>
            <p:ph type="sldNum" sz="quarter" idx="11"/>
          </p:nvPr>
        </p:nvSpPr>
        <p:spPr/>
        <p:txBody>
          <a:bodyPr/>
          <a:lstStyle>
            <a:lvl1pPr>
              <a:defRPr/>
            </a:lvl1pPr>
          </a:lstStyle>
          <a:p>
            <a:fld id="{83A90308-0C61-4071-9404-CFA28780B1D8}" type="slidenum">
              <a:rPr lang="en-GB">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106032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endParaRPr lang="en-GB" dirty="0">
              <a:solidFill>
                <a:srgbClr val="000000"/>
              </a:solidFill>
            </a:endParaRPr>
          </a:p>
        </p:txBody>
      </p:sp>
      <p:sp>
        <p:nvSpPr>
          <p:cNvPr id="3" name="Slide Number Placeholder 2"/>
          <p:cNvSpPr>
            <a:spLocks noGrp="1"/>
          </p:cNvSpPr>
          <p:nvPr>
            <p:ph type="sldNum" sz="quarter" idx="11"/>
          </p:nvPr>
        </p:nvSpPr>
        <p:spPr/>
        <p:txBody>
          <a:bodyPr/>
          <a:lstStyle>
            <a:lvl1pPr>
              <a:defRPr/>
            </a:lvl1pPr>
          </a:lstStyle>
          <a:p>
            <a:fld id="{0A3FF34E-9CB9-41C2-BFF2-70B9EB8FCF66}" type="slidenum">
              <a:rPr lang="en-GB">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1611032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endParaRPr lang="en-GB" dirty="0">
              <a:solidFill>
                <a:srgbClr val="000000"/>
              </a:solidFill>
            </a:endParaRPr>
          </a:p>
        </p:txBody>
      </p:sp>
      <p:sp>
        <p:nvSpPr>
          <p:cNvPr id="6" name="Slide Number Placeholder 5"/>
          <p:cNvSpPr>
            <a:spLocks noGrp="1"/>
          </p:cNvSpPr>
          <p:nvPr>
            <p:ph type="sldNum" sz="quarter" idx="11"/>
          </p:nvPr>
        </p:nvSpPr>
        <p:spPr/>
        <p:txBody>
          <a:bodyPr/>
          <a:lstStyle>
            <a:lvl1pPr>
              <a:defRPr/>
            </a:lvl1pPr>
          </a:lstStyle>
          <a:p>
            <a:fld id="{7952154E-9797-4CAA-9931-CFCEAA3BD8A7}" type="slidenum">
              <a:rPr lang="en-GB">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3879108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endParaRPr lang="en-GB" dirty="0">
              <a:solidFill>
                <a:srgbClr val="000000"/>
              </a:solidFill>
            </a:endParaRPr>
          </a:p>
        </p:txBody>
      </p:sp>
      <p:sp>
        <p:nvSpPr>
          <p:cNvPr id="6" name="Slide Number Placeholder 5"/>
          <p:cNvSpPr>
            <a:spLocks noGrp="1"/>
          </p:cNvSpPr>
          <p:nvPr>
            <p:ph type="sldNum" sz="quarter" idx="11"/>
          </p:nvPr>
        </p:nvSpPr>
        <p:spPr/>
        <p:txBody>
          <a:bodyPr/>
          <a:lstStyle>
            <a:lvl1pPr>
              <a:defRPr/>
            </a:lvl1pPr>
          </a:lstStyle>
          <a:p>
            <a:fld id="{AF4994B8-780A-4941-B973-4B90D467D2BA}" type="slidenum">
              <a:rPr lang="en-GB">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2589068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endParaRPr lang="en-GB" dirty="0">
              <a:solidFill>
                <a:srgbClr val="000000"/>
              </a:solidFill>
            </a:endParaRPr>
          </a:p>
        </p:txBody>
      </p:sp>
      <p:sp>
        <p:nvSpPr>
          <p:cNvPr id="5" name="Slide Number Placeholder 4"/>
          <p:cNvSpPr>
            <a:spLocks noGrp="1"/>
          </p:cNvSpPr>
          <p:nvPr>
            <p:ph type="sldNum" sz="quarter" idx="11"/>
          </p:nvPr>
        </p:nvSpPr>
        <p:spPr/>
        <p:txBody>
          <a:bodyPr/>
          <a:lstStyle>
            <a:lvl1pPr>
              <a:defRPr/>
            </a:lvl1pPr>
          </a:lstStyle>
          <a:p>
            <a:fld id="{13DF1BDC-4FBC-4B16-8278-678075CF34BE}" type="slidenum">
              <a:rPr lang="en-GB">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796945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3200"/>
            <a:ext cx="2057400" cy="574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3200"/>
            <a:ext cx="6019800" cy="574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endParaRPr lang="en-GB" dirty="0">
              <a:solidFill>
                <a:srgbClr val="000000"/>
              </a:solidFill>
            </a:endParaRPr>
          </a:p>
        </p:txBody>
      </p:sp>
      <p:sp>
        <p:nvSpPr>
          <p:cNvPr id="5" name="Slide Number Placeholder 4"/>
          <p:cNvSpPr>
            <a:spLocks noGrp="1"/>
          </p:cNvSpPr>
          <p:nvPr>
            <p:ph type="sldNum" sz="quarter" idx="11"/>
          </p:nvPr>
        </p:nvSpPr>
        <p:spPr/>
        <p:txBody>
          <a:bodyPr/>
          <a:lstStyle>
            <a:lvl1pPr>
              <a:defRPr/>
            </a:lvl1pPr>
          </a:lstStyle>
          <a:p>
            <a:fld id="{AD42DBBD-488F-4DCB-8E8D-7F66A815323E}" type="slidenum">
              <a:rPr lang="en-GB">
                <a:solidFill>
                  <a:srgbClr val="000000"/>
                </a:solidFill>
              </a:rPr>
              <a:pPr/>
              <a:t>‹#›</a:t>
            </a:fld>
            <a:endParaRPr lang="en-GB" dirty="0">
              <a:solidFill>
                <a:srgbClr val="000000"/>
              </a:solidFill>
            </a:endParaRPr>
          </a:p>
        </p:txBody>
      </p:sp>
    </p:spTree>
    <p:extLst>
      <p:ext uri="{BB962C8B-B14F-4D97-AF65-F5344CB8AC3E}">
        <p14:creationId xmlns:p14="http://schemas.microsoft.com/office/powerpoint/2010/main" val="83206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960 Cover">
    <p:spTree>
      <p:nvGrpSpPr>
        <p:cNvPr id="1" name=""/>
        <p:cNvGrpSpPr/>
        <p:nvPr/>
      </p:nvGrpSpPr>
      <p:grpSpPr>
        <a:xfrm>
          <a:off x="0" y="0"/>
          <a:ext cx="0" cy="0"/>
          <a:chOff x="0" y="0"/>
          <a:chExt cx="0" cy="0"/>
        </a:xfrm>
      </p:grpSpPr>
      <p:sp>
        <p:nvSpPr>
          <p:cNvPr id="14" name="Title Text"/>
          <p:cNvSpPr txBox="1">
            <a:spLocks noGrp="1"/>
          </p:cNvSpPr>
          <p:nvPr>
            <p:ph type="title" hasCustomPrompt="1"/>
          </p:nvPr>
        </p:nvSpPr>
        <p:spPr>
          <a:xfrm>
            <a:off x="742950" y="2803357"/>
            <a:ext cx="6882064" cy="2614186"/>
          </a:xfrm>
          <a:prstGeom prst="rect">
            <a:avLst/>
          </a:prstGeom>
        </p:spPr>
        <p:txBody>
          <a:bodyPr anchor="ctr"/>
          <a:lstStyle>
            <a:lvl1pPr>
              <a:defRPr sz="3000" b="0" i="0">
                <a:latin typeface="Trebuchet MS" panose="020B0703020202090204" pitchFamily="34" charset="0"/>
                <a:ea typeface="Open Sans" panose="020B0606030504020204" pitchFamily="34" charset="0"/>
                <a:cs typeface="Open Sans" panose="020B0606030504020204" pitchFamily="34" charset="0"/>
              </a:defRPr>
            </a:lvl1pPr>
          </a:lstStyle>
          <a:p>
            <a:r>
              <a:rPr dirty="0"/>
              <a:t>Title Text</a:t>
            </a:r>
          </a:p>
        </p:txBody>
      </p:sp>
      <p:sp>
        <p:nvSpPr>
          <p:cNvPr id="7" name="Text Placeholder 2">
            <a:extLst>
              <a:ext uri="{FF2B5EF4-FFF2-40B4-BE49-F238E27FC236}">
                <a16:creationId xmlns:a16="http://schemas.microsoft.com/office/drawing/2014/main" id="{1C77C7DA-3A50-874E-90DF-46E99B3E65D4}"/>
              </a:ext>
            </a:extLst>
          </p:cNvPr>
          <p:cNvSpPr>
            <a:spLocks noGrp="1"/>
          </p:cNvSpPr>
          <p:nvPr>
            <p:ph type="body" sz="quarter" idx="11" hasCustomPrompt="1"/>
          </p:nvPr>
        </p:nvSpPr>
        <p:spPr>
          <a:xfrm>
            <a:off x="742956" y="5607050"/>
            <a:ext cx="3528647" cy="636588"/>
          </a:xfrm>
          <a:prstGeom prst="rect">
            <a:avLst/>
          </a:prstGeom>
        </p:spPr>
        <p:txBody>
          <a:bodyPr/>
          <a:lstStyle>
            <a:lvl1pPr marL="0" indent="0">
              <a:buNone/>
              <a:defRPr sz="1350">
                <a:solidFill>
                  <a:schemeClr val="bg1"/>
                </a:solidFill>
                <a:latin typeface="+mn-lt"/>
              </a:defRPr>
            </a:lvl1pPr>
          </a:lstStyle>
          <a:p>
            <a:pPr lvl="0"/>
            <a:r>
              <a:rPr lang="en-US" sz="1350" dirty="0">
                <a:latin typeface="+mn-lt"/>
              </a:rPr>
              <a:t>01 June 2020 (Change date)</a:t>
            </a:r>
            <a:endParaRPr lang="en-US" dirty="0"/>
          </a:p>
        </p:txBody>
      </p:sp>
      <p:sp>
        <p:nvSpPr>
          <p:cNvPr id="2" name="TextBox 1">
            <a:extLst>
              <a:ext uri="{FF2B5EF4-FFF2-40B4-BE49-F238E27FC236}">
                <a16:creationId xmlns:a16="http://schemas.microsoft.com/office/drawing/2014/main" id="{BDC0CE3B-87B9-B749-8F09-21B7391A3198}"/>
              </a:ext>
            </a:extLst>
          </p:cNvPr>
          <p:cNvSpPr txBox="1"/>
          <p:nvPr userDrawn="1"/>
        </p:nvSpPr>
        <p:spPr>
          <a:xfrm rot="2931761">
            <a:off x="7410734" y="1981655"/>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rtlCol="0" anchor="ctr">
            <a:normAutofit fontScale="25000" lnSpcReduction="20000"/>
          </a:bodyPr>
          <a:lstStyle/>
          <a:p>
            <a:pPr algn="l"/>
            <a:endParaRPr lang="en-US" sz="3000" b="0" dirty="0">
              <a:latin typeface="Open Sans SemiBold"/>
              <a:ea typeface="Open Sans SemiBold"/>
              <a:cs typeface="Open Sans SemiBold"/>
              <a:sym typeface="Open Sans SemiBold"/>
            </a:endParaRPr>
          </a:p>
        </p:txBody>
      </p:sp>
    </p:spTree>
    <p:extLst>
      <p:ext uri="{BB962C8B-B14F-4D97-AF65-F5344CB8AC3E}">
        <p14:creationId xmlns:p14="http://schemas.microsoft.com/office/powerpoint/2010/main" val="27811385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960 Empt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45D37D-BD1B-1C4D-9587-30197E07D67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grpSp>
        <p:nvGrpSpPr>
          <p:cNvPr id="13" name="Group 12">
            <a:extLst>
              <a:ext uri="{FF2B5EF4-FFF2-40B4-BE49-F238E27FC236}">
                <a16:creationId xmlns:a16="http://schemas.microsoft.com/office/drawing/2014/main" id="{CE2E621B-52A0-A54A-8F39-33FD7FE131D2}"/>
              </a:ext>
            </a:extLst>
          </p:cNvPr>
          <p:cNvGrpSpPr/>
          <p:nvPr userDrawn="1"/>
        </p:nvGrpSpPr>
        <p:grpSpPr>
          <a:xfrm>
            <a:off x="7913847" y="6016610"/>
            <a:ext cx="1230154" cy="842681"/>
            <a:chOff x="21558662" y="12102169"/>
            <a:chExt cx="2874602" cy="1641077"/>
          </a:xfrm>
        </p:grpSpPr>
        <p:pic>
          <p:nvPicPr>
            <p:cNvPr id="14" name="Image" descr="Image">
              <a:extLst>
                <a:ext uri="{FF2B5EF4-FFF2-40B4-BE49-F238E27FC236}">
                  <a16:creationId xmlns:a16="http://schemas.microsoft.com/office/drawing/2014/main" id="{DABF6F1A-4469-DD4F-82AD-C790CEB414ED}"/>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15" name="TextBox 14">
              <a:extLst>
                <a:ext uri="{FF2B5EF4-FFF2-40B4-BE49-F238E27FC236}">
                  <a16:creationId xmlns:a16="http://schemas.microsoft.com/office/drawing/2014/main" id="{1D4ED21B-3508-204A-BF67-54D8C511EBE5}"/>
                </a:ext>
              </a:extLst>
            </p:cNvPr>
            <p:cNvSpPr txBox="1"/>
            <p:nvPr userDrawn="1"/>
          </p:nvSpPr>
          <p:spPr>
            <a:xfrm>
              <a:off x="23376834" y="13154535"/>
              <a:ext cx="1005578" cy="407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spTree>
    <p:extLst>
      <p:ext uri="{BB962C8B-B14F-4D97-AF65-F5344CB8AC3E}">
        <p14:creationId xmlns:p14="http://schemas.microsoft.com/office/powerpoint/2010/main" val="92036422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960 2 colomn">
    <p:spTree>
      <p:nvGrpSpPr>
        <p:cNvPr id="1" name=""/>
        <p:cNvGrpSpPr/>
        <p:nvPr/>
      </p:nvGrpSpPr>
      <p:grpSpPr>
        <a:xfrm>
          <a:off x="0" y="0"/>
          <a:ext cx="0" cy="0"/>
          <a:chOff x="0" y="0"/>
          <a:chExt cx="0" cy="0"/>
        </a:xfrm>
      </p:grpSpPr>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18" name="Text Placeholder 2">
            <a:extLst>
              <a:ext uri="{FF2B5EF4-FFF2-40B4-BE49-F238E27FC236}">
                <a16:creationId xmlns:a16="http://schemas.microsoft.com/office/drawing/2014/main" id="{75700DFF-14F1-2E4C-8952-B5857EBADEA6}"/>
              </a:ext>
            </a:extLst>
          </p:cNvPr>
          <p:cNvSpPr>
            <a:spLocks noGrp="1"/>
          </p:cNvSpPr>
          <p:nvPr>
            <p:ph type="body" sz="quarter" idx="18" hasCustomPrompt="1"/>
          </p:nvPr>
        </p:nvSpPr>
        <p:spPr>
          <a:xfrm>
            <a:off x="613212" y="1990724"/>
            <a:ext cx="7871734" cy="3857626"/>
          </a:xfrm>
          <a:prstGeom prst="rect">
            <a:avLst/>
          </a:prstGeom>
        </p:spPr>
        <p:txBody>
          <a:bodyPr numCol="2"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Extra explanatory text, Open Sans Regular 25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a:t>
            </a:r>
          </a:p>
        </p:txBody>
      </p:sp>
      <p:grpSp>
        <p:nvGrpSpPr>
          <p:cNvPr id="19" name="Group 18">
            <a:extLst>
              <a:ext uri="{FF2B5EF4-FFF2-40B4-BE49-F238E27FC236}">
                <a16:creationId xmlns:a16="http://schemas.microsoft.com/office/drawing/2014/main" id="{A1905FD1-511E-6345-9733-7A99FD83C2B1}"/>
              </a:ext>
            </a:extLst>
          </p:cNvPr>
          <p:cNvGrpSpPr/>
          <p:nvPr userDrawn="1"/>
        </p:nvGrpSpPr>
        <p:grpSpPr>
          <a:xfrm>
            <a:off x="7913847" y="6016610"/>
            <a:ext cx="1230154" cy="842681"/>
            <a:chOff x="21558662" y="12102169"/>
            <a:chExt cx="2874602" cy="1641077"/>
          </a:xfrm>
        </p:grpSpPr>
        <p:pic>
          <p:nvPicPr>
            <p:cNvPr id="20" name="Image" descr="Image">
              <a:extLst>
                <a:ext uri="{FF2B5EF4-FFF2-40B4-BE49-F238E27FC236}">
                  <a16:creationId xmlns:a16="http://schemas.microsoft.com/office/drawing/2014/main" id="{C33A4C3A-82B3-A344-8431-110FA616FD21}"/>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21" name="TextBox 20">
              <a:extLst>
                <a:ext uri="{FF2B5EF4-FFF2-40B4-BE49-F238E27FC236}">
                  <a16:creationId xmlns:a16="http://schemas.microsoft.com/office/drawing/2014/main" id="{B2ABB41E-B965-C146-95DC-F78A550AE57E}"/>
                </a:ext>
              </a:extLst>
            </p:cNvPr>
            <p:cNvSpPr txBox="1"/>
            <p:nvPr userDrawn="1"/>
          </p:nvSpPr>
          <p:spPr>
            <a:xfrm>
              <a:off x="23376834" y="13154535"/>
              <a:ext cx="1005578" cy="407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pic>
        <p:nvPicPr>
          <p:cNvPr id="22" name="Image" descr="Image">
            <a:extLst>
              <a:ext uri="{FF2B5EF4-FFF2-40B4-BE49-F238E27FC236}">
                <a16:creationId xmlns:a16="http://schemas.microsoft.com/office/drawing/2014/main" id="{77A959DB-D9C6-3D48-9630-C82E7C2E0411}"/>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pic>
        <p:nvPicPr>
          <p:cNvPr id="13" name="Picture 12">
            <a:extLst>
              <a:ext uri="{FF2B5EF4-FFF2-40B4-BE49-F238E27FC236}">
                <a16:creationId xmlns:a16="http://schemas.microsoft.com/office/drawing/2014/main" id="{38F9047E-EFD8-4449-8CD0-6B2D35B10F5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Tree>
    <p:extLst>
      <p:ext uri="{BB962C8B-B14F-4D97-AF65-F5344CB8AC3E}">
        <p14:creationId xmlns:p14="http://schemas.microsoft.com/office/powerpoint/2010/main" val="4030288597"/>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960 Text + image">
    <p:spTree>
      <p:nvGrpSpPr>
        <p:cNvPr id="1" name=""/>
        <p:cNvGrpSpPr/>
        <p:nvPr/>
      </p:nvGrpSpPr>
      <p:grpSpPr>
        <a:xfrm>
          <a:off x="0" y="0"/>
          <a:ext cx="0" cy="0"/>
          <a:chOff x="0" y="0"/>
          <a:chExt cx="0" cy="0"/>
        </a:xfrm>
      </p:grpSpPr>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20" name="Text Placeholder 2">
            <a:extLst>
              <a:ext uri="{FF2B5EF4-FFF2-40B4-BE49-F238E27FC236}">
                <a16:creationId xmlns:a16="http://schemas.microsoft.com/office/drawing/2014/main" id="{FF087B98-487C-0A4D-AE42-C80A995D8343}"/>
              </a:ext>
            </a:extLst>
          </p:cNvPr>
          <p:cNvSpPr>
            <a:spLocks noGrp="1"/>
          </p:cNvSpPr>
          <p:nvPr>
            <p:ph type="body" sz="quarter" idx="19" hasCustomPrompt="1"/>
          </p:nvPr>
        </p:nvSpPr>
        <p:spPr>
          <a:xfrm>
            <a:off x="4612484" y="1990724"/>
            <a:ext cx="3843893" cy="3857626"/>
          </a:xfrm>
          <a:prstGeom prst="rect">
            <a:avLst/>
          </a:prstGeom>
        </p:spPr>
        <p:txBody>
          <a:bodyPr numCol="1"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a:t>
            </a:r>
          </a:p>
        </p:txBody>
      </p:sp>
      <p:sp>
        <p:nvSpPr>
          <p:cNvPr id="21" name="Picture Placeholder 2">
            <a:extLst>
              <a:ext uri="{FF2B5EF4-FFF2-40B4-BE49-F238E27FC236}">
                <a16:creationId xmlns:a16="http://schemas.microsoft.com/office/drawing/2014/main" id="{E30800F1-FADF-A446-A44F-C31F223DE9D0}"/>
              </a:ext>
            </a:extLst>
          </p:cNvPr>
          <p:cNvSpPr>
            <a:spLocks noGrp="1"/>
          </p:cNvSpPr>
          <p:nvPr>
            <p:ph type="pic" sz="quarter" idx="17" hasCustomPrompt="1"/>
          </p:nvPr>
        </p:nvSpPr>
        <p:spPr>
          <a:xfrm>
            <a:off x="613175" y="1990724"/>
            <a:ext cx="3958828" cy="3857626"/>
          </a:xfrm>
          <a:prstGeom prst="rect">
            <a:avLst/>
          </a:prstGeom>
        </p:spPr>
        <p:txBody>
          <a:bodyPr anchor="ctr"/>
          <a:lstStyle>
            <a:lvl1pPr marL="0" indent="0" algn="ctr">
              <a:buNone/>
              <a:defRPr sz="938" b="1"/>
            </a:lvl1pPr>
          </a:lstStyle>
          <a:p>
            <a:r>
              <a:rPr lang="en-GB" dirty="0"/>
              <a:t>INSERT IMAGE</a:t>
            </a:r>
            <a:endParaRPr lang="en-US" dirty="0"/>
          </a:p>
        </p:txBody>
      </p:sp>
      <p:grpSp>
        <p:nvGrpSpPr>
          <p:cNvPr id="18" name="Group 17">
            <a:extLst>
              <a:ext uri="{FF2B5EF4-FFF2-40B4-BE49-F238E27FC236}">
                <a16:creationId xmlns:a16="http://schemas.microsoft.com/office/drawing/2014/main" id="{4C45C648-B343-0142-AC48-BDC54477751C}"/>
              </a:ext>
            </a:extLst>
          </p:cNvPr>
          <p:cNvGrpSpPr/>
          <p:nvPr userDrawn="1"/>
        </p:nvGrpSpPr>
        <p:grpSpPr>
          <a:xfrm>
            <a:off x="7913847" y="6016610"/>
            <a:ext cx="1230154" cy="842681"/>
            <a:chOff x="21558662" y="12102169"/>
            <a:chExt cx="2874602" cy="1641077"/>
          </a:xfrm>
        </p:grpSpPr>
        <p:pic>
          <p:nvPicPr>
            <p:cNvPr id="19" name="Image" descr="Image">
              <a:extLst>
                <a:ext uri="{FF2B5EF4-FFF2-40B4-BE49-F238E27FC236}">
                  <a16:creationId xmlns:a16="http://schemas.microsoft.com/office/drawing/2014/main" id="{D4337E65-04EA-4044-A808-1F06AA1336B9}"/>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22" name="TextBox 21">
              <a:extLst>
                <a:ext uri="{FF2B5EF4-FFF2-40B4-BE49-F238E27FC236}">
                  <a16:creationId xmlns:a16="http://schemas.microsoft.com/office/drawing/2014/main" id="{AEE9C509-1EC0-A44D-BB24-BDCE29717514}"/>
                </a:ext>
              </a:extLst>
            </p:cNvPr>
            <p:cNvSpPr txBox="1"/>
            <p:nvPr userDrawn="1"/>
          </p:nvSpPr>
          <p:spPr>
            <a:xfrm>
              <a:off x="23376834" y="13154535"/>
              <a:ext cx="1005578" cy="407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pic>
        <p:nvPicPr>
          <p:cNvPr id="23" name="Image" descr="Image">
            <a:extLst>
              <a:ext uri="{FF2B5EF4-FFF2-40B4-BE49-F238E27FC236}">
                <a16:creationId xmlns:a16="http://schemas.microsoft.com/office/drawing/2014/main" id="{C3F1D793-E9B7-1540-8747-61CE53E1AE8D}"/>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pic>
        <p:nvPicPr>
          <p:cNvPr id="13" name="Picture 12">
            <a:extLst>
              <a:ext uri="{FF2B5EF4-FFF2-40B4-BE49-F238E27FC236}">
                <a16:creationId xmlns:a16="http://schemas.microsoft.com/office/drawing/2014/main" id="{527DC594-73C9-E349-AED6-B1074A9B7AB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Tree>
    <p:extLst>
      <p:ext uri="{BB962C8B-B14F-4D97-AF65-F5344CB8AC3E}">
        <p14:creationId xmlns:p14="http://schemas.microsoft.com/office/powerpoint/2010/main" val="3068746495"/>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960 Full text">
    <p:spTree>
      <p:nvGrpSpPr>
        <p:cNvPr id="1" name=""/>
        <p:cNvGrpSpPr/>
        <p:nvPr/>
      </p:nvGrpSpPr>
      <p:grpSpPr>
        <a:xfrm>
          <a:off x="0" y="0"/>
          <a:ext cx="0" cy="0"/>
          <a:chOff x="0" y="0"/>
          <a:chExt cx="0" cy="0"/>
        </a:xfrm>
      </p:grpSpPr>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19" name="Text Placeholder 2">
            <a:extLst>
              <a:ext uri="{FF2B5EF4-FFF2-40B4-BE49-F238E27FC236}">
                <a16:creationId xmlns:a16="http://schemas.microsoft.com/office/drawing/2014/main" id="{C39C6CE7-E4E5-CD42-88A1-0F43BE0B5EEC}"/>
              </a:ext>
            </a:extLst>
          </p:cNvPr>
          <p:cNvSpPr>
            <a:spLocks noGrp="1"/>
          </p:cNvSpPr>
          <p:nvPr>
            <p:ph type="body" sz="quarter" idx="18" hasCustomPrompt="1"/>
          </p:nvPr>
        </p:nvSpPr>
        <p:spPr>
          <a:xfrm>
            <a:off x="613212" y="1990724"/>
            <a:ext cx="7871734" cy="3857626"/>
          </a:xfrm>
          <a:prstGeom prst="rect">
            <a:avLst/>
          </a:prstGeom>
        </p:spPr>
        <p:txBody>
          <a:bodyPr numCol="1"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Extra explanatory text, Open Sans Regular 25 pt.  ///  This can consist of multiple sentences</a:t>
            </a:r>
          </a:p>
        </p:txBody>
      </p:sp>
      <p:grpSp>
        <p:nvGrpSpPr>
          <p:cNvPr id="18" name="Group 17">
            <a:extLst>
              <a:ext uri="{FF2B5EF4-FFF2-40B4-BE49-F238E27FC236}">
                <a16:creationId xmlns:a16="http://schemas.microsoft.com/office/drawing/2014/main" id="{3FBE1E43-8697-BA4A-95B2-F1122E958766}"/>
              </a:ext>
            </a:extLst>
          </p:cNvPr>
          <p:cNvGrpSpPr/>
          <p:nvPr userDrawn="1"/>
        </p:nvGrpSpPr>
        <p:grpSpPr>
          <a:xfrm>
            <a:off x="7913847" y="6016610"/>
            <a:ext cx="1230154" cy="842681"/>
            <a:chOff x="21558662" y="12102169"/>
            <a:chExt cx="2874602" cy="1641077"/>
          </a:xfrm>
        </p:grpSpPr>
        <p:pic>
          <p:nvPicPr>
            <p:cNvPr id="20" name="Image" descr="Image">
              <a:extLst>
                <a:ext uri="{FF2B5EF4-FFF2-40B4-BE49-F238E27FC236}">
                  <a16:creationId xmlns:a16="http://schemas.microsoft.com/office/drawing/2014/main" id="{F4FC4958-5730-6F48-821B-697A82EC59AB}"/>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21" name="TextBox 20">
              <a:extLst>
                <a:ext uri="{FF2B5EF4-FFF2-40B4-BE49-F238E27FC236}">
                  <a16:creationId xmlns:a16="http://schemas.microsoft.com/office/drawing/2014/main" id="{120CDF99-92FA-4F41-9F69-4E0B03F7A818}"/>
                </a:ext>
              </a:extLst>
            </p:cNvPr>
            <p:cNvSpPr txBox="1"/>
            <p:nvPr userDrawn="1"/>
          </p:nvSpPr>
          <p:spPr>
            <a:xfrm>
              <a:off x="23376834" y="13154535"/>
              <a:ext cx="1005578" cy="407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pic>
        <p:nvPicPr>
          <p:cNvPr id="22" name="Image" descr="Image">
            <a:extLst>
              <a:ext uri="{FF2B5EF4-FFF2-40B4-BE49-F238E27FC236}">
                <a16:creationId xmlns:a16="http://schemas.microsoft.com/office/drawing/2014/main" id="{D1B87532-7232-0C48-8763-E70667A7DBB9}"/>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pic>
        <p:nvPicPr>
          <p:cNvPr id="13" name="Picture 12">
            <a:extLst>
              <a:ext uri="{FF2B5EF4-FFF2-40B4-BE49-F238E27FC236}">
                <a16:creationId xmlns:a16="http://schemas.microsoft.com/office/drawing/2014/main" id="{C7107ECD-14BE-E04B-943A-9CB4E152964E}"/>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Tree>
    <p:extLst>
      <p:ext uri="{BB962C8B-B14F-4D97-AF65-F5344CB8AC3E}">
        <p14:creationId xmlns:p14="http://schemas.microsoft.com/office/powerpoint/2010/main" val="564055350"/>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960 Image">
    <p:spTree>
      <p:nvGrpSpPr>
        <p:cNvPr id="1" name=""/>
        <p:cNvGrpSpPr/>
        <p:nvPr/>
      </p:nvGrpSpPr>
      <p:grpSpPr>
        <a:xfrm>
          <a:off x="0" y="0"/>
          <a:ext cx="0" cy="0"/>
          <a:chOff x="0" y="0"/>
          <a:chExt cx="0" cy="0"/>
        </a:xfrm>
      </p:grpSpPr>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18" name="Picture Placeholder 2">
            <a:extLst>
              <a:ext uri="{FF2B5EF4-FFF2-40B4-BE49-F238E27FC236}">
                <a16:creationId xmlns:a16="http://schemas.microsoft.com/office/drawing/2014/main" id="{B77969EA-B55C-894D-9358-83560C825FB1}"/>
              </a:ext>
            </a:extLst>
          </p:cNvPr>
          <p:cNvSpPr>
            <a:spLocks noGrp="1"/>
          </p:cNvSpPr>
          <p:nvPr>
            <p:ph type="pic" sz="quarter" idx="17" hasCustomPrompt="1"/>
          </p:nvPr>
        </p:nvSpPr>
        <p:spPr>
          <a:xfrm>
            <a:off x="613173" y="1990724"/>
            <a:ext cx="7923014" cy="3857626"/>
          </a:xfrm>
          <a:prstGeom prst="rect">
            <a:avLst/>
          </a:prstGeom>
        </p:spPr>
        <p:txBody>
          <a:bodyPr anchor="ctr"/>
          <a:lstStyle>
            <a:lvl1pPr marL="0" marR="0" indent="0" algn="ctr" defTabSz="309515" rtl="0" eaLnBrk="1" fontAlgn="auto" latinLnBrk="0" hangingPunct="1">
              <a:lnSpc>
                <a:spcPct val="100000"/>
              </a:lnSpc>
              <a:spcBef>
                <a:spcPts val="2213"/>
              </a:spcBef>
              <a:spcAft>
                <a:spcPts val="0"/>
              </a:spcAft>
              <a:buClrTx/>
              <a:buSzPct val="125000"/>
              <a:buFontTx/>
              <a:buNone/>
              <a:tabLst/>
              <a:defRPr sz="938" b="1"/>
            </a:lvl1pPr>
          </a:lstStyle>
          <a:p>
            <a:pPr marL="0" marR="0" lvl="0" indent="0" algn="l" defTabSz="309515" rtl="0" eaLnBrk="1" fontAlgn="auto" latinLnBrk="0" hangingPunct="1">
              <a:lnSpc>
                <a:spcPct val="100000"/>
              </a:lnSpc>
              <a:spcBef>
                <a:spcPts val="2213"/>
              </a:spcBef>
              <a:spcAft>
                <a:spcPts val="0"/>
              </a:spcAft>
              <a:buClrTx/>
              <a:buSzPct val="125000"/>
              <a:buFontTx/>
              <a:buNone/>
              <a:tabLst/>
              <a:defRPr/>
            </a:pPr>
            <a:r>
              <a:rPr lang="en-GB" dirty="0"/>
              <a:t>INSERT IMAGE</a:t>
            </a:r>
            <a:endParaRPr lang="en-US" dirty="0"/>
          </a:p>
        </p:txBody>
      </p:sp>
      <p:grpSp>
        <p:nvGrpSpPr>
          <p:cNvPr id="19" name="Group 18">
            <a:extLst>
              <a:ext uri="{FF2B5EF4-FFF2-40B4-BE49-F238E27FC236}">
                <a16:creationId xmlns:a16="http://schemas.microsoft.com/office/drawing/2014/main" id="{E883DAB2-BB1D-EE45-9E97-487B34CA0014}"/>
              </a:ext>
            </a:extLst>
          </p:cNvPr>
          <p:cNvGrpSpPr/>
          <p:nvPr userDrawn="1"/>
        </p:nvGrpSpPr>
        <p:grpSpPr>
          <a:xfrm>
            <a:off x="7913847" y="6016610"/>
            <a:ext cx="1230154" cy="842681"/>
            <a:chOff x="21558662" y="12102169"/>
            <a:chExt cx="2874602" cy="1641077"/>
          </a:xfrm>
        </p:grpSpPr>
        <p:pic>
          <p:nvPicPr>
            <p:cNvPr id="20" name="Image" descr="Image">
              <a:extLst>
                <a:ext uri="{FF2B5EF4-FFF2-40B4-BE49-F238E27FC236}">
                  <a16:creationId xmlns:a16="http://schemas.microsoft.com/office/drawing/2014/main" id="{C3687AE1-F5E0-284F-A6A1-4C087D44496B}"/>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21" name="TextBox 20">
              <a:extLst>
                <a:ext uri="{FF2B5EF4-FFF2-40B4-BE49-F238E27FC236}">
                  <a16:creationId xmlns:a16="http://schemas.microsoft.com/office/drawing/2014/main" id="{0401B3FD-6F5E-4046-A52F-49A472328940}"/>
                </a:ext>
              </a:extLst>
            </p:cNvPr>
            <p:cNvSpPr txBox="1"/>
            <p:nvPr userDrawn="1"/>
          </p:nvSpPr>
          <p:spPr>
            <a:xfrm>
              <a:off x="23376834" y="13154535"/>
              <a:ext cx="1005578" cy="407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pic>
        <p:nvPicPr>
          <p:cNvPr id="22" name="Image" descr="Image">
            <a:extLst>
              <a:ext uri="{FF2B5EF4-FFF2-40B4-BE49-F238E27FC236}">
                <a16:creationId xmlns:a16="http://schemas.microsoft.com/office/drawing/2014/main" id="{FFB7FAA2-A74D-8D4D-9F41-9FF0DD80EF10}"/>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pic>
        <p:nvPicPr>
          <p:cNvPr id="13" name="Picture 12">
            <a:extLst>
              <a:ext uri="{FF2B5EF4-FFF2-40B4-BE49-F238E27FC236}">
                <a16:creationId xmlns:a16="http://schemas.microsoft.com/office/drawing/2014/main" id="{5EC9092D-3BE2-A041-BB6B-FFED218D803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Tree>
    <p:extLst>
      <p:ext uri="{BB962C8B-B14F-4D97-AF65-F5344CB8AC3E}">
        <p14:creationId xmlns:p14="http://schemas.microsoft.com/office/powerpoint/2010/main" val="386129562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reserve="1">
  <p:cSld name="1960 Closure">
    <p:bg>
      <p:bgPr>
        <a:solidFill>
          <a:srgbClr val="052744"/>
        </a:solidFill>
        <a:effectLst/>
      </p:bgPr>
    </p:bg>
    <p:spTree>
      <p:nvGrpSpPr>
        <p:cNvPr id="1" name=""/>
        <p:cNvGrpSpPr/>
        <p:nvPr/>
      </p:nvGrpSpPr>
      <p:grpSpPr>
        <a:xfrm>
          <a:off x="0" y="0"/>
          <a:ext cx="0" cy="0"/>
          <a:chOff x="0" y="0"/>
          <a:chExt cx="0" cy="0"/>
        </a:xfrm>
      </p:grpSpPr>
      <p:pic>
        <p:nvPicPr>
          <p:cNvPr id="6" name="Background.pdf" descr="Background.pdf">
            <a:extLst>
              <a:ext uri="{FF2B5EF4-FFF2-40B4-BE49-F238E27FC236}">
                <a16:creationId xmlns:a16="http://schemas.microsoft.com/office/drawing/2014/main" id="{7F37F950-FD6A-5040-AF19-3F0ED187079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00" y="0"/>
            <a:ext cx="10160000" cy="6858000"/>
          </a:xfrm>
          <a:prstGeom prst="rect">
            <a:avLst/>
          </a:prstGeom>
          <a:ln w="12700">
            <a:miter lim="400000"/>
          </a:ln>
        </p:spPr>
      </p:pic>
      <p:sp>
        <p:nvSpPr>
          <p:cNvPr id="45" name="Thank you"/>
          <p:cNvSpPr txBox="1"/>
          <p:nvPr/>
        </p:nvSpPr>
        <p:spPr>
          <a:xfrm>
            <a:off x="713512" y="1642239"/>
            <a:ext cx="1798569" cy="5001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9050" tIns="19050" rIns="19050" bIns="19050" anchor="ctr">
            <a:spAutoFit/>
          </a:bodyPr>
          <a:lstStyle>
            <a:lvl1pPr algn="l">
              <a:defRPr sz="8000">
                <a:solidFill>
                  <a:srgbClr val="FFFFFF"/>
                </a:solidFill>
                <a:latin typeface="Open Sans Light"/>
                <a:ea typeface="Open Sans Light"/>
                <a:cs typeface="Open Sans Light"/>
                <a:sym typeface="Open Sans Light"/>
              </a:defRPr>
            </a:lvl1pPr>
          </a:lstStyle>
          <a:p>
            <a:r>
              <a:rPr sz="3000" dirty="0">
                <a:latin typeface="Trebuchet MS" panose="020B0703020202090204" pitchFamily="34" charset="0"/>
              </a:rPr>
              <a:t>Thank you</a:t>
            </a:r>
          </a:p>
        </p:txBody>
      </p:sp>
      <p:pic>
        <p:nvPicPr>
          <p:cNvPr id="12" name="Image" descr="Image">
            <a:extLst>
              <a:ext uri="{FF2B5EF4-FFF2-40B4-BE49-F238E27FC236}">
                <a16:creationId xmlns:a16="http://schemas.microsoft.com/office/drawing/2014/main" id="{36012AAF-551B-4346-AE94-0A68CFD7A37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88798" y="6040275"/>
            <a:ext cx="787775" cy="522826"/>
          </a:xfrm>
          <a:prstGeom prst="rect">
            <a:avLst/>
          </a:prstGeom>
          <a:ln w="12700">
            <a:miter lim="400000"/>
          </a:ln>
        </p:spPr>
      </p:pic>
      <p:pic>
        <p:nvPicPr>
          <p:cNvPr id="8" name="Picture 7">
            <a:extLst>
              <a:ext uri="{FF2B5EF4-FFF2-40B4-BE49-F238E27FC236}">
                <a16:creationId xmlns:a16="http://schemas.microsoft.com/office/drawing/2014/main" id="{992E987A-5B36-0B4F-A985-9EDBAE55511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281950" y="535100"/>
            <a:ext cx="2347314" cy="2816777"/>
          </a:xfrm>
          <a:prstGeom prst="rect">
            <a:avLst/>
          </a:prstGeom>
        </p:spPr>
      </p:pic>
    </p:spTree>
    <p:extLst>
      <p:ext uri="{BB962C8B-B14F-4D97-AF65-F5344CB8AC3E}">
        <p14:creationId xmlns:p14="http://schemas.microsoft.com/office/powerpoint/2010/main" val="103014684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
        <p:nvSpPr>
          <p:cNvPr id="27" name="Rectangle"/>
          <p:cNvSpPr/>
          <p:nvPr/>
        </p:nvSpPr>
        <p:spPr>
          <a:xfrm>
            <a:off x="-1" y="0"/>
            <a:ext cx="187795" cy="843473"/>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3" y="915193"/>
            <a:ext cx="7551774" cy="719885"/>
          </a:xfrm>
          <a:prstGeom prst="rect">
            <a:avLst/>
          </a:prstGeom>
        </p:spPr>
        <p:txBody>
          <a:bodyPr>
            <a:normAutofit/>
          </a:bodyPr>
          <a:lstStyle>
            <a:lvl1pPr marL="0" indent="0">
              <a:buNone/>
              <a:defRPr sz="1000">
                <a:latin typeface="+mn-lt"/>
              </a:defRPr>
            </a:lvl1pPr>
          </a:lstStyle>
          <a:p>
            <a:pPr lvl="0"/>
            <a:r>
              <a:rPr lang="en-US"/>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3"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5" y="425583"/>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a:t>Add Title with Important Words in Capital, Trebuchet 20pt.</a:t>
            </a:r>
            <a:endParaRPr/>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a:fillRect/>
          </a:stretch>
        </p:blipFill>
        <p:spPr>
          <a:xfrm rot="10800000" flipH="1">
            <a:off x="8138160" y="-19095"/>
            <a:ext cx="1005840" cy="702944"/>
          </a:xfrm>
          <a:prstGeom prst="rect">
            <a:avLst/>
          </a:prstGeom>
          <a:ln w="12700">
            <a:miter lim="400000"/>
          </a:ln>
        </p:spPr>
      </p:pic>
      <p:pic>
        <p:nvPicPr>
          <p:cNvPr id="12" name="Image" descr="Image">
            <a:extLst>
              <a:ext uri="{FF2B5EF4-FFF2-40B4-BE49-F238E27FC236}">
                <a16:creationId xmlns:a16="http://schemas.microsoft.com/office/drawing/2014/main" id="{A0B224CE-B66B-F146-8CF0-851D54D584E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79043" y="325147"/>
            <a:ext cx="954664" cy="739310"/>
          </a:xfrm>
          <a:prstGeom prst="rect">
            <a:avLst/>
          </a:prstGeom>
          <a:ln w="12700">
            <a:miter lim="400000"/>
          </a:ln>
        </p:spPr>
      </p:pic>
      <p:grpSp>
        <p:nvGrpSpPr>
          <p:cNvPr id="13" name="Group 12">
            <a:extLst>
              <a:ext uri="{FF2B5EF4-FFF2-40B4-BE49-F238E27FC236}">
                <a16:creationId xmlns:a16="http://schemas.microsoft.com/office/drawing/2014/main" id="{CE2E621B-52A0-A54A-8F39-33FD7FE131D2}"/>
              </a:ext>
            </a:extLst>
          </p:cNvPr>
          <p:cNvGrpSpPr/>
          <p:nvPr userDrawn="1"/>
        </p:nvGrpSpPr>
        <p:grpSpPr>
          <a:xfrm>
            <a:off x="7800447" y="6079277"/>
            <a:ext cx="1343554" cy="778723"/>
            <a:chOff x="21558662" y="12102169"/>
            <a:chExt cx="2874602" cy="1641077"/>
          </a:xfrm>
        </p:grpSpPr>
        <p:pic>
          <p:nvPicPr>
            <p:cNvPr id="14" name="Image" descr="Image">
              <a:extLst>
                <a:ext uri="{FF2B5EF4-FFF2-40B4-BE49-F238E27FC236}">
                  <a16:creationId xmlns:a16="http://schemas.microsoft.com/office/drawing/2014/main" id="{DABF6F1A-4469-DD4F-82AD-C790CEB414ED}"/>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15" name="TextBox 14">
              <a:extLst>
                <a:ext uri="{FF2B5EF4-FFF2-40B4-BE49-F238E27FC236}">
                  <a16:creationId xmlns:a16="http://schemas.microsoft.com/office/drawing/2014/main" id="{1D4ED21B-3508-204A-BF67-54D8C511EBE5}"/>
                </a:ext>
              </a:extLst>
            </p:cNvPr>
            <p:cNvSpPr txBox="1"/>
            <p:nvPr userDrawn="1"/>
          </p:nvSpPr>
          <p:spPr>
            <a:xfrm>
              <a:off x="23376834" y="13154535"/>
              <a:ext cx="1005578" cy="407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rtlCol="0" anchor="ctr">
              <a:normAutofit fontScale="400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spTree>
    <p:extLst>
      <p:ext uri="{BB962C8B-B14F-4D97-AF65-F5344CB8AC3E}">
        <p14:creationId xmlns:p14="http://schemas.microsoft.com/office/powerpoint/2010/main" val="3229814950"/>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pic>
        <p:nvPicPr>
          <p:cNvPr id="17" name="Image" descr="Image">
            <a:extLst>
              <a:ext uri="{FF2B5EF4-FFF2-40B4-BE49-F238E27FC236}">
                <a16:creationId xmlns:a16="http://schemas.microsoft.com/office/drawing/2014/main" id="{6DE08D85-47CA-43A6-BFD4-DD98CB8E227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8085024" y="6041146"/>
            <a:ext cx="1078046" cy="820539"/>
          </a:xfrm>
          <a:prstGeom prst="rect">
            <a:avLst/>
          </a:prstGeom>
          <a:ln w="12700">
            <a:miter lim="400000"/>
          </a:ln>
        </p:spPr>
      </p:pic>
      <p:pic>
        <p:nvPicPr>
          <p:cNvPr id="16" name="Image" descr="Image">
            <a:extLst>
              <a:ext uri="{FF2B5EF4-FFF2-40B4-BE49-F238E27FC236}">
                <a16:creationId xmlns:a16="http://schemas.microsoft.com/office/drawing/2014/main" id="{3C0FB0B1-96A4-41EE-A99C-C059EDA04BE7}"/>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a:fillRect/>
          </a:stretch>
        </p:blipFill>
        <p:spPr>
          <a:xfrm rot="10800000" flipH="1">
            <a:off x="8080262" y="-23105"/>
            <a:ext cx="1078046" cy="820539"/>
          </a:xfrm>
          <a:prstGeom prst="rect">
            <a:avLst/>
          </a:prstGeom>
          <a:ln w="12700">
            <a:miter lim="400000"/>
          </a:ln>
        </p:spPr>
      </p:pic>
      <p:sp>
        <p:nvSpPr>
          <p:cNvPr id="23" name="Title Text"/>
          <p:cNvSpPr txBox="1">
            <a:spLocks noGrp="1"/>
          </p:cNvSpPr>
          <p:nvPr>
            <p:ph type="title" hasCustomPrompt="1"/>
          </p:nvPr>
        </p:nvSpPr>
        <p:spPr>
          <a:xfrm>
            <a:off x="243639" y="212302"/>
            <a:ext cx="7277798" cy="597376"/>
          </a:xfrm>
          <a:prstGeom prst="rect">
            <a:avLst/>
          </a:prstGeom>
        </p:spPr>
        <p:txBody>
          <a:bodyPr anchor="t">
            <a:normAutofit/>
          </a:bodyPr>
          <a:lstStyle>
            <a:lvl1pPr algn="l">
              <a:defRPr sz="1688">
                <a:latin typeface="Open Sans Bold"/>
                <a:ea typeface="Open Sans Bold"/>
                <a:cs typeface="Open Sans Bold"/>
                <a:sym typeface="Open Sans Bold"/>
              </a:defRPr>
            </a:lvl1pPr>
          </a:lstStyle>
          <a:p>
            <a:r>
              <a:rPr dirty="0"/>
              <a:t>Title Text</a:t>
            </a:r>
            <a:br>
              <a:rPr lang="en-US" dirty="0"/>
            </a:br>
            <a:endParaRPr dirty="0"/>
          </a:p>
        </p:txBody>
      </p:sp>
      <p:sp>
        <p:nvSpPr>
          <p:cNvPr id="24" name="Body Level One…"/>
          <p:cNvSpPr txBox="1">
            <a:spLocks noGrp="1"/>
          </p:cNvSpPr>
          <p:nvPr>
            <p:ph type="body" sz="half" idx="1"/>
          </p:nvPr>
        </p:nvSpPr>
        <p:spPr>
          <a:xfrm>
            <a:off x="243640" y="1433721"/>
            <a:ext cx="6097860" cy="3277841"/>
          </a:xfrm>
          <a:prstGeom prst="rect">
            <a:avLst/>
          </a:prstGeom>
        </p:spPr>
        <p:txBody>
          <a:bodyPr anchor="t"/>
          <a:lstStyle>
            <a:lvl1pPr marL="0" indent="0">
              <a:lnSpc>
                <a:spcPts val="2062"/>
              </a:lnSpc>
              <a:spcBef>
                <a:spcPts val="0"/>
              </a:spcBef>
              <a:buSzTx/>
              <a:buNone/>
              <a:defRPr sz="1500">
                <a:latin typeface="Open Sans Regular"/>
                <a:ea typeface="Open Sans Regular"/>
                <a:cs typeface="Open Sans Regular"/>
                <a:sym typeface="Open Sans Regular"/>
              </a:defRPr>
            </a:lvl1pPr>
            <a:lvl2pPr marL="0" indent="0">
              <a:lnSpc>
                <a:spcPts val="2062"/>
              </a:lnSpc>
              <a:spcBef>
                <a:spcPts val="0"/>
              </a:spcBef>
              <a:buSzTx/>
              <a:buNone/>
              <a:defRPr sz="1500">
                <a:latin typeface="Open Sans Regular"/>
                <a:ea typeface="Open Sans Regular"/>
                <a:cs typeface="Open Sans Regular"/>
                <a:sym typeface="Open Sans Regular"/>
              </a:defRPr>
            </a:lvl2pPr>
            <a:lvl3pPr marL="0" indent="0">
              <a:lnSpc>
                <a:spcPts val="2062"/>
              </a:lnSpc>
              <a:spcBef>
                <a:spcPts val="0"/>
              </a:spcBef>
              <a:buSzTx/>
              <a:buNone/>
              <a:defRPr sz="1500">
                <a:latin typeface="Open Sans Regular"/>
                <a:ea typeface="Open Sans Regular"/>
                <a:cs typeface="Open Sans Regular"/>
                <a:sym typeface="Open Sans Regular"/>
              </a:defRPr>
            </a:lvl3pPr>
            <a:lvl4pPr marL="0" indent="0">
              <a:lnSpc>
                <a:spcPts val="2062"/>
              </a:lnSpc>
              <a:spcBef>
                <a:spcPts val="0"/>
              </a:spcBef>
              <a:buSzTx/>
              <a:buNone/>
              <a:defRPr sz="1500">
                <a:latin typeface="Open Sans Regular"/>
                <a:ea typeface="Open Sans Regular"/>
                <a:cs typeface="Open Sans Regular"/>
                <a:sym typeface="Open Sans Regular"/>
              </a:defRPr>
            </a:lvl4pPr>
            <a:lvl5pPr marL="0" indent="0">
              <a:lnSpc>
                <a:spcPts val="2062"/>
              </a:lnSpc>
              <a:spcBef>
                <a:spcPts val="0"/>
              </a:spcBef>
              <a:buSzTx/>
              <a:buNone/>
              <a:defRPr sz="1500">
                <a:latin typeface="Open Sans Regular"/>
                <a:ea typeface="Open Sans Regular"/>
                <a:cs typeface="Open Sans Regular"/>
                <a:sym typeface="Open Sans Regular"/>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6" name="Slide Number"/>
          <p:cNvSpPr txBox="1">
            <a:spLocks noGrp="1"/>
          </p:cNvSpPr>
          <p:nvPr>
            <p:ph type="sldNum" sz="quarter" idx="2"/>
          </p:nvPr>
        </p:nvSpPr>
        <p:spPr>
          <a:xfrm>
            <a:off x="8782086" y="6466078"/>
            <a:ext cx="226856" cy="255105"/>
          </a:xfrm>
          <a:prstGeom prst="rect">
            <a:avLst/>
          </a:prstGeom>
        </p:spPr>
        <p:txBody>
          <a:bodyPr anchor="ctr"/>
          <a:lstStyle>
            <a:lvl1pPr>
              <a:defRPr sz="750">
                <a:solidFill>
                  <a:schemeClr val="bg1"/>
                </a:solidFill>
                <a:latin typeface="Open Sans Regular"/>
                <a:ea typeface="Open Sans Regular"/>
                <a:cs typeface="Open Sans Regular"/>
                <a:sym typeface="Open Sans Regular"/>
              </a:defRPr>
            </a:lvl1pPr>
          </a:lstStyle>
          <a:p>
            <a:fld id="{61667476-ECB3-D740-B621-506F12AC9539}" type="slidenum">
              <a:rPr lang="en-GB" smtClean="0"/>
              <a:pPr/>
              <a:t>‹#›</a:t>
            </a:fld>
            <a:endParaRPr lang="en-GB" dirty="0"/>
          </a:p>
        </p:txBody>
      </p:sp>
      <p:sp>
        <p:nvSpPr>
          <p:cNvPr id="10" name="Rectangle">
            <a:extLst>
              <a:ext uri="{FF2B5EF4-FFF2-40B4-BE49-F238E27FC236}">
                <a16:creationId xmlns:a16="http://schemas.microsoft.com/office/drawing/2014/main" id="{4A3F7ACF-4BDB-446F-A2BB-A4D480320601}"/>
              </a:ext>
            </a:extLst>
          </p:cNvPr>
          <p:cNvSpPr/>
          <p:nvPr userDrawn="1"/>
        </p:nvSpPr>
        <p:spPr>
          <a:xfrm>
            <a:off x="-13966" y="-23106"/>
            <a:ext cx="163786" cy="1014783"/>
          </a:xfrm>
          <a:prstGeom prst="rect">
            <a:avLst/>
          </a:prstGeom>
          <a:solidFill>
            <a:srgbClr val="013C78"/>
          </a:solidFill>
          <a:ln w="12700">
            <a:miter lim="400000"/>
          </a:ln>
        </p:spPr>
        <p:txBody>
          <a:bodyPr lIns="0" tIns="0" rIns="0" bIns="0" anchor="ctr"/>
          <a:lstStyle/>
          <a:p>
            <a:endParaRPr sz="675" dirty="0"/>
          </a:p>
        </p:txBody>
      </p:sp>
      <p:pic>
        <p:nvPicPr>
          <p:cNvPr id="14" name="Picture 13">
            <a:extLst>
              <a:ext uri="{FF2B5EF4-FFF2-40B4-BE49-F238E27FC236}">
                <a16:creationId xmlns:a16="http://schemas.microsoft.com/office/drawing/2014/main" id="{52D37277-800D-494A-862C-C660E391959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8116763" y="387165"/>
            <a:ext cx="659182" cy="820538"/>
          </a:xfrm>
          <a:prstGeom prst="rect">
            <a:avLst/>
          </a:prstGeom>
        </p:spPr>
      </p:pic>
    </p:spTree>
    <p:extLst>
      <p:ext uri="{BB962C8B-B14F-4D97-AF65-F5344CB8AC3E}">
        <p14:creationId xmlns:p14="http://schemas.microsoft.com/office/powerpoint/2010/main" val="730597461"/>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947 Text + image">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75"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1"/>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20" name="Text Placeholder 2">
            <a:extLst>
              <a:ext uri="{FF2B5EF4-FFF2-40B4-BE49-F238E27FC236}">
                <a16:creationId xmlns:a16="http://schemas.microsoft.com/office/drawing/2014/main" id="{FF087B98-487C-0A4D-AE42-C80A995D8343}"/>
              </a:ext>
            </a:extLst>
          </p:cNvPr>
          <p:cNvSpPr>
            <a:spLocks noGrp="1"/>
          </p:cNvSpPr>
          <p:nvPr>
            <p:ph type="body" sz="quarter" idx="19" hasCustomPrompt="1"/>
          </p:nvPr>
        </p:nvSpPr>
        <p:spPr>
          <a:xfrm>
            <a:off x="4612482" y="1990724"/>
            <a:ext cx="3843893" cy="3857626"/>
          </a:xfrm>
          <a:prstGeom prst="rect">
            <a:avLst/>
          </a:prstGeom>
        </p:spPr>
        <p:txBody>
          <a:bodyPr numCol="1"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a:t>
            </a:r>
          </a:p>
        </p:txBody>
      </p:sp>
      <p:sp>
        <p:nvSpPr>
          <p:cNvPr id="21" name="Picture Placeholder 2">
            <a:extLst>
              <a:ext uri="{FF2B5EF4-FFF2-40B4-BE49-F238E27FC236}">
                <a16:creationId xmlns:a16="http://schemas.microsoft.com/office/drawing/2014/main" id="{E30800F1-FADF-A446-A44F-C31F223DE9D0}"/>
              </a:ext>
            </a:extLst>
          </p:cNvPr>
          <p:cNvSpPr>
            <a:spLocks noGrp="1"/>
          </p:cNvSpPr>
          <p:nvPr>
            <p:ph type="pic" sz="quarter" idx="17" hasCustomPrompt="1"/>
          </p:nvPr>
        </p:nvSpPr>
        <p:spPr>
          <a:xfrm>
            <a:off x="613172" y="1990724"/>
            <a:ext cx="3958828" cy="3857626"/>
          </a:xfrm>
          <a:prstGeom prst="rect">
            <a:avLst/>
          </a:prstGeom>
        </p:spPr>
        <p:txBody>
          <a:bodyPr anchor="ctr"/>
          <a:lstStyle>
            <a:lvl1pPr marL="0" indent="0" algn="ctr">
              <a:buNone/>
              <a:defRPr sz="938" b="1"/>
            </a:lvl1pPr>
          </a:lstStyle>
          <a:p>
            <a:r>
              <a:rPr lang="en-GB" dirty="0"/>
              <a:t>INSERT IMAGE</a:t>
            </a:r>
            <a:endParaRPr lang="en-US" dirty="0"/>
          </a:p>
        </p:txBody>
      </p:sp>
      <p:pic>
        <p:nvPicPr>
          <p:cNvPr id="23" name="Image" descr="Image">
            <a:extLst>
              <a:ext uri="{FF2B5EF4-FFF2-40B4-BE49-F238E27FC236}">
                <a16:creationId xmlns:a16="http://schemas.microsoft.com/office/drawing/2014/main" id="{C3F1D793-E9B7-1540-8747-61CE53E1AE8D}"/>
              </a:ext>
            </a:extLst>
          </p:cNvPr>
          <p:cNvPicPr>
            <a:picLocks noChangeAspect="1"/>
          </p:cNvPicPr>
          <p:nvPr userDrawn="1"/>
        </p:nvPicPr>
        <p:blipFill rotWithShape="1">
          <a:blip r:embed="rId2">
            <a:alphaModFix amt="10000"/>
          </a:blip>
          <a:srcRect l="32082" t="5133" r="17871" b="42892"/>
          <a:stretch/>
        </p:blipFill>
        <p:spPr>
          <a:xfrm rot="10800000" flipH="1">
            <a:off x="7934172" y="-23105"/>
            <a:ext cx="1209829" cy="706956"/>
          </a:xfrm>
          <a:prstGeom prst="rect">
            <a:avLst/>
          </a:prstGeom>
          <a:ln w="12700">
            <a:miter lim="400000"/>
          </a:ln>
        </p:spPr>
      </p:pic>
      <p:pic>
        <p:nvPicPr>
          <p:cNvPr id="15" name="Image" descr="Image">
            <a:extLst>
              <a:ext uri="{FF2B5EF4-FFF2-40B4-BE49-F238E27FC236}">
                <a16:creationId xmlns:a16="http://schemas.microsoft.com/office/drawing/2014/main" id="{89F6683D-3EAB-BE43-81EF-A849092C14A1}"/>
              </a:ext>
            </a:extLst>
          </p:cNvPr>
          <p:cNvPicPr>
            <a:picLocks noChangeAspect="1"/>
          </p:cNvPicPr>
          <p:nvPr userDrawn="1"/>
        </p:nvPicPr>
        <p:blipFill>
          <a:blip r:embed="rId2"/>
          <a:srcRect l="32082" t="5131" r="17030" b="32916"/>
          <a:stretch>
            <a:fillRect/>
          </a:stretch>
        </p:blipFill>
        <p:spPr>
          <a:xfrm>
            <a:off x="7930782" y="6036931"/>
            <a:ext cx="1230153" cy="842681"/>
          </a:xfrm>
          <a:prstGeom prst="rect">
            <a:avLst/>
          </a:prstGeom>
          <a:ln w="12700">
            <a:miter lim="400000"/>
          </a:ln>
        </p:spPr>
      </p:pic>
      <p:sp>
        <p:nvSpPr>
          <p:cNvPr id="24" name="Slide Number Placeholder 1">
            <a:extLst>
              <a:ext uri="{FF2B5EF4-FFF2-40B4-BE49-F238E27FC236}">
                <a16:creationId xmlns:a16="http://schemas.microsoft.com/office/drawing/2014/main" id="{40416420-AD82-1E43-82DA-82559867D146}"/>
              </a:ext>
            </a:extLst>
          </p:cNvPr>
          <p:cNvSpPr>
            <a:spLocks noGrp="1"/>
          </p:cNvSpPr>
          <p:nvPr>
            <p:ph type="sldNum" sz="quarter" idx="4"/>
          </p:nvPr>
        </p:nvSpPr>
        <p:spPr>
          <a:xfrm>
            <a:off x="8529375" y="6529270"/>
            <a:ext cx="536308" cy="303304"/>
          </a:xfrm>
          <a:prstGeom prst="rect">
            <a:avLst/>
          </a:prstGeom>
        </p:spPr>
        <p:txBody>
          <a:bodyPr vert="horz" lIns="91440" tIns="45720" rIns="91440" bIns="45720" rtlCol="0" anchor="ctr"/>
          <a:lstStyle>
            <a:lvl1pPr algn="r">
              <a:defRPr sz="600">
                <a:solidFill>
                  <a:schemeClr val="tx1">
                    <a:tint val="75000"/>
                  </a:schemeClr>
                </a:solidFill>
              </a:defRPr>
            </a:lvl1pPr>
          </a:lstStyle>
          <a:p>
            <a:fld id="{5E89B1FD-11B0-0F4B-A0BD-A76170B314AE}" type="slidenum">
              <a:rPr lang="en-US" smtClean="0"/>
              <a:pPr/>
              <a:t>‹#›</a:t>
            </a:fld>
            <a:endParaRPr lang="en-US" sz="600" dirty="0"/>
          </a:p>
        </p:txBody>
      </p:sp>
      <p:pic>
        <p:nvPicPr>
          <p:cNvPr id="13" name="Picture 12">
            <a:extLst>
              <a:ext uri="{FF2B5EF4-FFF2-40B4-BE49-F238E27FC236}">
                <a16:creationId xmlns:a16="http://schemas.microsoft.com/office/drawing/2014/main" id="{A0AEE96E-BBAC-304B-AF64-831A494EEB33}"/>
              </a:ext>
            </a:extLst>
          </p:cNvPr>
          <p:cNvPicPr>
            <a:picLocks noChangeAspect="1"/>
          </p:cNvPicPr>
          <p:nvPr userDrawn="1"/>
        </p:nvPicPr>
        <p:blipFill>
          <a:blip r:embed="rId3"/>
          <a:stretch>
            <a:fillRect/>
          </a:stretch>
        </p:blipFill>
        <p:spPr>
          <a:xfrm>
            <a:off x="7979042" y="325147"/>
            <a:ext cx="954665" cy="739865"/>
          </a:xfrm>
          <a:prstGeom prst="rect">
            <a:avLst/>
          </a:prstGeom>
        </p:spPr>
      </p:pic>
    </p:spTree>
    <p:extLst>
      <p:ext uri="{BB962C8B-B14F-4D97-AF65-F5344CB8AC3E}">
        <p14:creationId xmlns:p14="http://schemas.microsoft.com/office/powerpoint/2010/main" val="1940889437"/>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960 Cover">
    <p:spTree>
      <p:nvGrpSpPr>
        <p:cNvPr id="1" name=""/>
        <p:cNvGrpSpPr/>
        <p:nvPr/>
      </p:nvGrpSpPr>
      <p:grpSpPr>
        <a:xfrm>
          <a:off x="0" y="0"/>
          <a:ext cx="0" cy="0"/>
          <a:chOff x="0" y="0"/>
          <a:chExt cx="0" cy="0"/>
        </a:xfrm>
      </p:grpSpPr>
      <p:sp>
        <p:nvSpPr>
          <p:cNvPr id="14" name="Title Text"/>
          <p:cNvSpPr txBox="1">
            <a:spLocks noGrp="1"/>
          </p:cNvSpPr>
          <p:nvPr>
            <p:ph type="title" hasCustomPrompt="1"/>
          </p:nvPr>
        </p:nvSpPr>
        <p:spPr>
          <a:xfrm>
            <a:off x="742951" y="2803357"/>
            <a:ext cx="6882063" cy="2614186"/>
          </a:xfrm>
          <a:prstGeom prst="rect">
            <a:avLst/>
          </a:prstGeom>
        </p:spPr>
        <p:txBody>
          <a:bodyPr anchor="ctr"/>
          <a:lstStyle>
            <a:lvl1pPr>
              <a:defRPr sz="3000" b="0" i="0">
                <a:latin typeface="Trebuchet MS" panose="020B0703020202090204" pitchFamily="34" charset="0"/>
                <a:ea typeface="Open Sans" panose="020B0606030504020204" pitchFamily="34" charset="0"/>
                <a:cs typeface="Open Sans" panose="020B0606030504020204" pitchFamily="34" charset="0"/>
              </a:defRPr>
            </a:lvl1pPr>
          </a:lstStyle>
          <a:p>
            <a:r>
              <a:rPr dirty="0"/>
              <a:t>Title Text</a:t>
            </a:r>
          </a:p>
        </p:txBody>
      </p:sp>
      <p:sp>
        <p:nvSpPr>
          <p:cNvPr id="7" name="Text Placeholder 2">
            <a:extLst>
              <a:ext uri="{FF2B5EF4-FFF2-40B4-BE49-F238E27FC236}">
                <a16:creationId xmlns:a16="http://schemas.microsoft.com/office/drawing/2014/main" id="{1C77C7DA-3A50-874E-90DF-46E99B3E65D4}"/>
              </a:ext>
            </a:extLst>
          </p:cNvPr>
          <p:cNvSpPr>
            <a:spLocks noGrp="1"/>
          </p:cNvSpPr>
          <p:nvPr>
            <p:ph type="body" sz="quarter" idx="11" hasCustomPrompt="1"/>
          </p:nvPr>
        </p:nvSpPr>
        <p:spPr>
          <a:xfrm>
            <a:off x="742952" y="5607050"/>
            <a:ext cx="3528647" cy="636588"/>
          </a:xfrm>
          <a:prstGeom prst="rect">
            <a:avLst/>
          </a:prstGeom>
        </p:spPr>
        <p:txBody>
          <a:bodyPr/>
          <a:lstStyle>
            <a:lvl1pPr marL="0" indent="0">
              <a:buNone/>
              <a:defRPr sz="1350">
                <a:solidFill>
                  <a:schemeClr val="bg1"/>
                </a:solidFill>
                <a:latin typeface="+mn-lt"/>
              </a:defRPr>
            </a:lvl1pPr>
          </a:lstStyle>
          <a:p>
            <a:pPr lvl="0"/>
            <a:r>
              <a:rPr lang="en-US" sz="1350" dirty="0">
                <a:latin typeface="+mn-lt"/>
              </a:rPr>
              <a:t>01 June 2020 (Change date)</a:t>
            </a:r>
            <a:endParaRPr lang="en-US" dirty="0"/>
          </a:p>
        </p:txBody>
      </p:sp>
      <p:sp>
        <p:nvSpPr>
          <p:cNvPr id="2" name="TextBox 1">
            <a:extLst>
              <a:ext uri="{FF2B5EF4-FFF2-40B4-BE49-F238E27FC236}">
                <a16:creationId xmlns:a16="http://schemas.microsoft.com/office/drawing/2014/main" id="{BDC0CE3B-87B9-B749-8F09-21B7391A3198}"/>
              </a:ext>
            </a:extLst>
          </p:cNvPr>
          <p:cNvSpPr txBox="1"/>
          <p:nvPr userDrawn="1"/>
        </p:nvSpPr>
        <p:spPr>
          <a:xfrm rot="2931761">
            <a:off x="7410734" y="1981655"/>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rtlCol="0" anchor="ctr">
            <a:normAutofit fontScale="25000" lnSpcReduction="20000"/>
          </a:bodyPr>
          <a:lstStyle/>
          <a:p>
            <a:pPr algn="l"/>
            <a:endParaRPr lang="en-US" sz="3000" b="0" dirty="0">
              <a:latin typeface="Open Sans SemiBold"/>
              <a:ea typeface="Open Sans SemiBold"/>
              <a:cs typeface="Open Sans SemiBold"/>
              <a:sym typeface="Open Sans SemiBold"/>
            </a:endParaRPr>
          </a:p>
        </p:txBody>
      </p:sp>
    </p:spTree>
    <p:extLst>
      <p:ext uri="{BB962C8B-B14F-4D97-AF65-F5344CB8AC3E}">
        <p14:creationId xmlns:p14="http://schemas.microsoft.com/office/powerpoint/2010/main" val="3682644689"/>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960 Empt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45D37D-BD1B-1C4D-9587-30197E07D67B}"/>
              </a:ext>
            </a:extLst>
          </p:cNvPr>
          <p:cNvPicPr>
            <a:picLocks noChangeAspect="1"/>
          </p:cNvPicPr>
          <p:nvPr userDrawn="1"/>
        </p:nvPicPr>
        <p:blipFill>
          <a:blip r:embed="rId2"/>
          <a:stretch>
            <a:fillRect/>
          </a:stretch>
        </p:blipFill>
        <p:spPr>
          <a:xfrm>
            <a:off x="7896934" y="18898"/>
            <a:ext cx="1120066" cy="1344079"/>
          </a:xfrm>
          <a:prstGeom prst="rect">
            <a:avLst/>
          </a:prstGeom>
        </p:spPr>
      </p:pic>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75"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1"/>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rotWithShape="1">
          <a:blip r:embed="rId3">
            <a:alphaModFix amt="10000"/>
          </a:blip>
          <a:srcRect l="32082" t="5133" r="17871" b="42892"/>
          <a:stretch/>
        </p:blipFill>
        <p:spPr>
          <a:xfrm rot="10800000" flipH="1">
            <a:off x="7934172" y="-23105"/>
            <a:ext cx="1209829" cy="706956"/>
          </a:xfrm>
          <a:prstGeom prst="rect">
            <a:avLst/>
          </a:prstGeom>
          <a:ln w="12700">
            <a:miter lim="400000"/>
          </a:ln>
        </p:spPr>
      </p:pic>
      <p:pic>
        <p:nvPicPr>
          <p:cNvPr id="12" name="Image" descr="Image">
            <a:extLst>
              <a:ext uri="{FF2B5EF4-FFF2-40B4-BE49-F238E27FC236}">
                <a16:creationId xmlns:a16="http://schemas.microsoft.com/office/drawing/2014/main" id="{8B3FCC57-69BB-0841-A139-E8D8A1C22AAD}"/>
              </a:ext>
            </a:extLst>
          </p:cNvPr>
          <p:cNvPicPr>
            <a:picLocks noChangeAspect="1"/>
          </p:cNvPicPr>
          <p:nvPr userDrawn="1"/>
        </p:nvPicPr>
        <p:blipFill>
          <a:blip r:embed="rId3"/>
          <a:srcRect l="32082" t="5131" r="17030" b="32916"/>
          <a:stretch>
            <a:fillRect/>
          </a:stretch>
        </p:blipFill>
        <p:spPr>
          <a:xfrm>
            <a:off x="7930782" y="6036931"/>
            <a:ext cx="1230153" cy="842681"/>
          </a:xfrm>
          <a:prstGeom prst="rect">
            <a:avLst/>
          </a:prstGeom>
          <a:ln w="12700">
            <a:miter lim="400000"/>
          </a:ln>
        </p:spPr>
      </p:pic>
      <p:sp>
        <p:nvSpPr>
          <p:cNvPr id="18" name="Slide Number Placeholder 1">
            <a:extLst>
              <a:ext uri="{FF2B5EF4-FFF2-40B4-BE49-F238E27FC236}">
                <a16:creationId xmlns:a16="http://schemas.microsoft.com/office/drawing/2014/main" id="{0569CD50-55B6-9542-8685-E26F5D1DED62}"/>
              </a:ext>
            </a:extLst>
          </p:cNvPr>
          <p:cNvSpPr>
            <a:spLocks noGrp="1"/>
          </p:cNvSpPr>
          <p:nvPr>
            <p:ph type="sldNum" sz="quarter" idx="4"/>
          </p:nvPr>
        </p:nvSpPr>
        <p:spPr>
          <a:xfrm>
            <a:off x="8529375" y="6529270"/>
            <a:ext cx="536308" cy="303304"/>
          </a:xfrm>
          <a:prstGeom prst="rect">
            <a:avLst/>
          </a:prstGeom>
        </p:spPr>
        <p:txBody>
          <a:bodyPr vert="horz" lIns="91440" tIns="45720" rIns="91440" bIns="45720" rtlCol="0" anchor="ctr"/>
          <a:lstStyle>
            <a:lvl1pPr algn="r">
              <a:defRPr sz="600">
                <a:solidFill>
                  <a:schemeClr val="tx1">
                    <a:tint val="75000"/>
                  </a:schemeClr>
                </a:solidFill>
              </a:defRPr>
            </a:lvl1pPr>
          </a:lstStyle>
          <a:p>
            <a:fld id="{5E89B1FD-11B0-0F4B-A0BD-A76170B314AE}" type="slidenum">
              <a:rPr lang="en-US" smtClean="0"/>
              <a:pPr/>
              <a:t>‹#›</a:t>
            </a:fld>
            <a:endParaRPr lang="en-US" sz="600" dirty="0"/>
          </a:p>
        </p:txBody>
      </p:sp>
    </p:spTree>
    <p:extLst>
      <p:ext uri="{BB962C8B-B14F-4D97-AF65-F5344CB8AC3E}">
        <p14:creationId xmlns:p14="http://schemas.microsoft.com/office/powerpoint/2010/main" val="336785555"/>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960 2 colomn">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75"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1"/>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18" name="Text Placeholder 2">
            <a:extLst>
              <a:ext uri="{FF2B5EF4-FFF2-40B4-BE49-F238E27FC236}">
                <a16:creationId xmlns:a16="http://schemas.microsoft.com/office/drawing/2014/main" id="{75700DFF-14F1-2E4C-8952-B5857EBADEA6}"/>
              </a:ext>
            </a:extLst>
          </p:cNvPr>
          <p:cNvSpPr>
            <a:spLocks noGrp="1"/>
          </p:cNvSpPr>
          <p:nvPr>
            <p:ph type="body" sz="quarter" idx="18" hasCustomPrompt="1"/>
          </p:nvPr>
        </p:nvSpPr>
        <p:spPr>
          <a:xfrm>
            <a:off x="613212" y="1990724"/>
            <a:ext cx="7871734" cy="3857626"/>
          </a:xfrm>
          <a:prstGeom prst="rect">
            <a:avLst/>
          </a:prstGeom>
        </p:spPr>
        <p:txBody>
          <a:bodyPr numCol="2"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Extra explanatory text, Open Sans Regular 25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a:t>
            </a:r>
          </a:p>
        </p:txBody>
      </p:sp>
      <p:pic>
        <p:nvPicPr>
          <p:cNvPr id="22" name="Image" descr="Image">
            <a:extLst>
              <a:ext uri="{FF2B5EF4-FFF2-40B4-BE49-F238E27FC236}">
                <a16:creationId xmlns:a16="http://schemas.microsoft.com/office/drawing/2014/main" id="{77A959DB-D9C6-3D48-9630-C82E7C2E0411}"/>
              </a:ext>
            </a:extLst>
          </p:cNvPr>
          <p:cNvPicPr>
            <a:picLocks noChangeAspect="1"/>
          </p:cNvPicPr>
          <p:nvPr userDrawn="1"/>
        </p:nvPicPr>
        <p:blipFill rotWithShape="1">
          <a:blip r:embed="rId2">
            <a:alphaModFix amt="10000"/>
          </a:blip>
          <a:srcRect l="32082" t="5133" r="17871" b="42892"/>
          <a:stretch/>
        </p:blipFill>
        <p:spPr>
          <a:xfrm rot="10800000" flipH="1">
            <a:off x="7934172" y="-23105"/>
            <a:ext cx="1209829" cy="706956"/>
          </a:xfrm>
          <a:prstGeom prst="rect">
            <a:avLst/>
          </a:prstGeom>
          <a:ln w="12700">
            <a:miter lim="400000"/>
          </a:ln>
        </p:spPr>
      </p:pic>
      <p:pic>
        <p:nvPicPr>
          <p:cNvPr id="13" name="Picture 12">
            <a:extLst>
              <a:ext uri="{FF2B5EF4-FFF2-40B4-BE49-F238E27FC236}">
                <a16:creationId xmlns:a16="http://schemas.microsoft.com/office/drawing/2014/main" id="{38F9047E-EFD8-4449-8CD0-6B2D35B10F51}"/>
              </a:ext>
            </a:extLst>
          </p:cNvPr>
          <p:cNvPicPr>
            <a:picLocks noChangeAspect="1"/>
          </p:cNvPicPr>
          <p:nvPr userDrawn="1"/>
        </p:nvPicPr>
        <p:blipFill>
          <a:blip r:embed="rId3"/>
          <a:stretch>
            <a:fillRect/>
          </a:stretch>
        </p:blipFill>
        <p:spPr>
          <a:xfrm>
            <a:off x="7896934" y="18898"/>
            <a:ext cx="1120066" cy="1344079"/>
          </a:xfrm>
          <a:prstGeom prst="rect">
            <a:avLst/>
          </a:prstGeom>
        </p:spPr>
      </p:pic>
      <p:pic>
        <p:nvPicPr>
          <p:cNvPr id="12" name="Image" descr="Image">
            <a:extLst>
              <a:ext uri="{FF2B5EF4-FFF2-40B4-BE49-F238E27FC236}">
                <a16:creationId xmlns:a16="http://schemas.microsoft.com/office/drawing/2014/main" id="{6E2DC39F-F1CF-204C-992B-A4DDE010B404}"/>
              </a:ext>
            </a:extLst>
          </p:cNvPr>
          <p:cNvPicPr>
            <a:picLocks noChangeAspect="1"/>
          </p:cNvPicPr>
          <p:nvPr userDrawn="1"/>
        </p:nvPicPr>
        <p:blipFill>
          <a:blip r:embed="rId2"/>
          <a:srcRect l="32082" t="5131" r="17030" b="32916"/>
          <a:stretch>
            <a:fillRect/>
          </a:stretch>
        </p:blipFill>
        <p:spPr>
          <a:xfrm>
            <a:off x="7930782" y="6036931"/>
            <a:ext cx="1230153" cy="842681"/>
          </a:xfrm>
          <a:prstGeom prst="rect">
            <a:avLst/>
          </a:prstGeom>
          <a:ln w="12700">
            <a:miter lim="400000"/>
          </a:ln>
        </p:spPr>
      </p:pic>
      <p:sp>
        <p:nvSpPr>
          <p:cNvPr id="14" name="Slide Number Placeholder 1">
            <a:extLst>
              <a:ext uri="{FF2B5EF4-FFF2-40B4-BE49-F238E27FC236}">
                <a16:creationId xmlns:a16="http://schemas.microsoft.com/office/drawing/2014/main" id="{DCEA015C-AD9E-B943-84EF-1C78CD706B28}"/>
              </a:ext>
            </a:extLst>
          </p:cNvPr>
          <p:cNvSpPr>
            <a:spLocks noGrp="1"/>
          </p:cNvSpPr>
          <p:nvPr>
            <p:ph type="sldNum" sz="quarter" idx="4"/>
          </p:nvPr>
        </p:nvSpPr>
        <p:spPr>
          <a:xfrm>
            <a:off x="8529375" y="6529270"/>
            <a:ext cx="536308" cy="303304"/>
          </a:xfrm>
          <a:prstGeom prst="rect">
            <a:avLst/>
          </a:prstGeom>
        </p:spPr>
        <p:txBody>
          <a:bodyPr vert="horz" lIns="91440" tIns="45720" rIns="91440" bIns="45720" rtlCol="0" anchor="ctr"/>
          <a:lstStyle>
            <a:lvl1pPr algn="r">
              <a:defRPr sz="600">
                <a:solidFill>
                  <a:schemeClr val="tx1">
                    <a:tint val="75000"/>
                  </a:schemeClr>
                </a:solidFill>
              </a:defRPr>
            </a:lvl1pPr>
          </a:lstStyle>
          <a:p>
            <a:fld id="{5E89B1FD-11B0-0F4B-A0BD-A76170B314AE}" type="slidenum">
              <a:rPr lang="en-US" smtClean="0"/>
              <a:pPr/>
              <a:t>‹#›</a:t>
            </a:fld>
            <a:endParaRPr lang="en-US" sz="600" dirty="0"/>
          </a:p>
        </p:txBody>
      </p:sp>
    </p:spTree>
    <p:extLst>
      <p:ext uri="{BB962C8B-B14F-4D97-AF65-F5344CB8AC3E}">
        <p14:creationId xmlns:p14="http://schemas.microsoft.com/office/powerpoint/2010/main" val="1942722022"/>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960 Text + image">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75"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1"/>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20" name="Text Placeholder 2">
            <a:extLst>
              <a:ext uri="{FF2B5EF4-FFF2-40B4-BE49-F238E27FC236}">
                <a16:creationId xmlns:a16="http://schemas.microsoft.com/office/drawing/2014/main" id="{FF087B98-487C-0A4D-AE42-C80A995D8343}"/>
              </a:ext>
            </a:extLst>
          </p:cNvPr>
          <p:cNvSpPr>
            <a:spLocks noGrp="1"/>
          </p:cNvSpPr>
          <p:nvPr>
            <p:ph type="body" sz="quarter" idx="19" hasCustomPrompt="1"/>
          </p:nvPr>
        </p:nvSpPr>
        <p:spPr>
          <a:xfrm>
            <a:off x="4612482" y="1990724"/>
            <a:ext cx="3843893" cy="3857626"/>
          </a:xfrm>
          <a:prstGeom prst="rect">
            <a:avLst/>
          </a:prstGeom>
        </p:spPr>
        <p:txBody>
          <a:bodyPr numCol="1"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a:t>
            </a:r>
          </a:p>
        </p:txBody>
      </p:sp>
      <p:sp>
        <p:nvSpPr>
          <p:cNvPr id="21" name="Picture Placeholder 2">
            <a:extLst>
              <a:ext uri="{FF2B5EF4-FFF2-40B4-BE49-F238E27FC236}">
                <a16:creationId xmlns:a16="http://schemas.microsoft.com/office/drawing/2014/main" id="{E30800F1-FADF-A446-A44F-C31F223DE9D0}"/>
              </a:ext>
            </a:extLst>
          </p:cNvPr>
          <p:cNvSpPr>
            <a:spLocks noGrp="1"/>
          </p:cNvSpPr>
          <p:nvPr>
            <p:ph type="pic" sz="quarter" idx="17" hasCustomPrompt="1"/>
          </p:nvPr>
        </p:nvSpPr>
        <p:spPr>
          <a:xfrm>
            <a:off x="613172" y="1990724"/>
            <a:ext cx="3958828" cy="3857626"/>
          </a:xfrm>
          <a:prstGeom prst="rect">
            <a:avLst/>
          </a:prstGeom>
        </p:spPr>
        <p:txBody>
          <a:bodyPr anchor="ctr"/>
          <a:lstStyle>
            <a:lvl1pPr marL="0" indent="0" algn="ctr">
              <a:buNone/>
              <a:defRPr sz="938" b="1"/>
            </a:lvl1pPr>
          </a:lstStyle>
          <a:p>
            <a:r>
              <a:rPr lang="en-GB" dirty="0"/>
              <a:t>INSERT IMAGE</a:t>
            </a:r>
            <a:endParaRPr lang="en-US" dirty="0"/>
          </a:p>
        </p:txBody>
      </p:sp>
      <p:pic>
        <p:nvPicPr>
          <p:cNvPr id="23" name="Image" descr="Image">
            <a:extLst>
              <a:ext uri="{FF2B5EF4-FFF2-40B4-BE49-F238E27FC236}">
                <a16:creationId xmlns:a16="http://schemas.microsoft.com/office/drawing/2014/main" id="{C3F1D793-E9B7-1540-8747-61CE53E1AE8D}"/>
              </a:ext>
            </a:extLst>
          </p:cNvPr>
          <p:cNvPicPr>
            <a:picLocks noChangeAspect="1"/>
          </p:cNvPicPr>
          <p:nvPr userDrawn="1"/>
        </p:nvPicPr>
        <p:blipFill rotWithShape="1">
          <a:blip r:embed="rId2">
            <a:alphaModFix amt="10000"/>
          </a:blip>
          <a:srcRect l="32082" t="5133" r="17871" b="42892"/>
          <a:stretch/>
        </p:blipFill>
        <p:spPr>
          <a:xfrm rot="10800000" flipH="1">
            <a:off x="7934172" y="-23105"/>
            <a:ext cx="1209829" cy="706956"/>
          </a:xfrm>
          <a:prstGeom prst="rect">
            <a:avLst/>
          </a:prstGeom>
          <a:ln w="12700">
            <a:miter lim="400000"/>
          </a:ln>
        </p:spPr>
      </p:pic>
      <p:pic>
        <p:nvPicPr>
          <p:cNvPr id="13" name="Picture 12">
            <a:extLst>
              <a:ext uri="{FF2B5EF4-FFF2-40B4-BE49-F238E27FC236}">
                <a16:creationId xmlns:a16="http://schemas.microsoft.com/office/drawing/2014/main" id="{527DC594-73C9-E349-AED6-B1074A9B7AB9}"/>
              </a:ext>
            </a:extLst>
          </p:cNvPr>
          <p:cNvPicPr>
            <a:picLocks noChangeAspect="1"/>
          </p:cNvPicPr>
          <p:nvPr userDrawn="1"/>
        </p:nvPicPr>
        <p:blipFill>
          <a:blip r:embed="rId3"/>
          <a:stretch>
            <a:fillRect/>
          </a:stretch>
        </p:blipFill>
        <p:spPr>
          <a:xfrm>
            <a:off x="7896934" y="18898"/>
            <a:ext cx="1120066" cy="1344079"/>
          </a:xfrm>
          <a:prstGeom prst="rect">
            <a:avLst/>
          </a:prstGeom>
        </p:spPr>
      </p:pic>
      <p:pic>
        <p:nvPicPr>
          <p:cNvPr id="14" name="Image" descr="Image">
            <a:extLst>
              <a:ext uri="{FF2B5EF4-FFF2-40B4-BE49-F238E27FC236}">
                <a16:creationId xmlns:a16="http://schemas.microsoft.com/office/drawing/2014/main" id="{D83E2507-325F-9049-9275-3299550188AB}"/>
              </a:ext>
            </a:extLst>
          </p:cNvPr>
          <p:cNvPicPr>
            <a:picLocks noChangeAspect="1"/>
          </p:cNvPicPr>
          <p:nvPr userDrawn="1"/>
        </p:nvPicPr>
        <p:blipFill>
          <a:blip r:embed="rId2"/>
          <a:srcRect l="32082" t="5131" r="17030" b="32916"/>
          <a:stretch>
            <a:fillRect/>
          </a:stretch>
        </p:blipFill>
        <p:spPr>
          <a:xfrm>
            <a:off x="7930782" y="6036931"/>
            <a:ext cx="1230153" cy="842681"/>
          </a:xfrm>
          <a:prstGeom prst="rect">
            <a:avLst/>
          </a:prstGeom>
          <a:ln w="12700">
            <a:miter lim="400000"/>
          </a:ln>
        </p:spPr>
      </p:pic>
      <p:sp>
        <p:nvSpPr>
          <p:cNvPr id="15" name="Slide Number Placeholder 1">
            <a:extLst>
              <a:ext uri="{FF2B5EF4-FFF2-40B4-BE49-F238E27FC236}">
                <a16:creationId xmlns:a16="http://schemas.microsoft.com/office/drawing/2014/main" id="{751CEC22-15D4-EE4C-A0C3-D5E4BE649CE2}"/>
              </a:ext>
            </a:extLst>
          </p:cNvPr>
          <p:cNvSpPr>
            <a:spLocks noGrp="1"/>
          </p:cNvSpPr>
          <p:nvPr>
            <p:ph type="sldNum" sz="quarter" idx="4"/>
          </p:nvPr>
        </p:nvSpPr>
        <p:spPr>
          <a:xfrm>
            <a:off x="8529375" y="6529270"/>
            <a:ext cx="536308" cy="303304"/>
          </a:xfrm>
          <a:prstGeom prst="rect">
            <a:avLst/>
          </a:prstGeom>
        </p:spPr>
        <p:txBody>
          <a:bodyPr vert="horz" lIns="91440" tIns="45720" rIns="91440" bIns="45720" rtlCol="0" anchor="ctr"/>
          <a:lstStyle>
            <a:lvl1pPr algn="r">
              <a:defRPr sz="600">
                <a:solidFill>
                  <a:schemeClr val="tx1">
                    <a:tint val="75000"/>
                  </a:schemeClr>
                </a:solidFill>
              </a:defRPr>
            </a:lvl1pPr>
          </a:lstStyle>
          <a:p>
            <a:fld id="{5E89B1FD-11B0-0F4B-A0BD-A76170B314AE}" type="slidenum">
              <a:rPr lang="en-US" smtClean="0"/>
              <a:pPr/>
              <a:t>‹#›</a:t>
            </a:fld>
            <a:endParaRPr lang="en-US" sz="600" dirty="0"/>
          </a:p>
        </p:txBody>
      </p:sp>
    </p:spTree>
    <p:extLst>
      <p:ext uri="{BB962C8B-B14F-4D97-AF65-F5344CB8AC3E}">
        <p14:creationId xmlns:p14="http://schemas.microsoft.com/office/powerpoint/2010/main" val="523603885"/>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60 Full text">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75"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1"/>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19" name="Text Placeholder 2">
            <a:extLst>
              <a:ext uri="{FF2B5EF4-FFF2-40B4-BE49-F238E27FC236}">
                <a16:creationId xmlns:a16="http://schemas.microsoft.com/office/drawing/2014/main" id="{C39C6CE7-E4E5-CD42-88A1-0F43BE0B5EEC}"/>
              </a:ext>
            </a:extLst>
          </p:cNvPr>
          <p:cNvSpPr>
            <a:spLocks noGrp="1"/>
          </p:cNvSpPr>
          <p:nvPr>
            <p:ph type="body" sz="quarter" idx="18" hasCustomPrompt="1"/>
          </p:nvPr>
        </p:nvSpPr>
        <p:spPr>
          <a:xfrm>
            <a:off x="613212" y="1990724"/>
            <a:ext cx="7871734" cy="3857626"/>
          </a:xfrm>
          <a:prstGeom prst="rect">
            <a:avLst/>
          </a:prstGeom>
        </p:spPr>
        <p:txBody>
          <a:bodyPr numCol="1"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Extra explanatory text, Open Sans Regular 25 pt.  ///  This can consist of multiple sentences</a:t>
            </a:r>
          </a:p>
        </p:txBody>
      </p:sp>
      <p:pic>
        <p:nvPicPr>
          <p:cNvPr id="22" name="Image" descr="Image">
            <a:extLst>
              <a:ext uri="{FF2B5EF4-FFF2-40B4-BE49-F238E27FC236}">
                <a16:creationId xmlns:a16="http://schemas.microsoft.com/office/drawing/2014/main" id="{D1B87532-7232-0C48-8763-E70667A7DBB9}"/>
              </a:ext>
            </a:extLst>
          </p:cNvPr>
          <p:cNvPicPr>
            <a:picLocks noChangeAspect="1"/>
          </p:cNvPicPr>
          <p:nvPr userDrawn="1"/>
        </p:nvPicPr>
        <p:blipFill rotWithShape="1">
          <a:blip r:embed="rId2">
            <a:alphaModFix amt="10000"/>
          </a:blip>
          <a:srcRect l="32082" t="5133" r="17871" b="42892"/>
          <a:stretch/>
        </p:blipFill>
        <p:spPr>
          <a:xfrm rot="10800000" flipH="1">
            <a:off x="7934172" y="-23105"/>
            <a:ext cx="1209829" cy="706956"/>
          </a:xfrm>
          <a:prstGeom prst="rect">
            <a:avLst/>
          </a:prstGeom>
          <a:ln w="12700">
            <a:miter lim="400000"/>
          </a:ln>
        </p:spPr>
      </p:pic>
      <p:pic>
        <p:nvPicPr>
          <p:cNvPr id="13" name="Picture 12">
            <a:extLst>
              <a:ext uri="{FF2B5EF4-FFF2-40B4-BE49-F238E27FC236}">
                <a16:creationId xmlns:a16="http://schemas.microsoft.com/office/drawing/2014/main" id="{C7107ECD-14BE-E04B-943A-9CB4E152964E}"/>
              </a:ext>
            </a:extLst>
          </p:cNvPr>
          <p:cNvPicPr>
            <a:picLocks noChangeAspect="1"/>
          </p:cNvPicPr>
          <p:nvPr userDrawn="1"/>
        </p:nvPicPr>
        <p:blipFill>
          <a:blip r:embed="rId3"/>
          <a:stretch>
            <a:fillRect/>
          </a:stretch>
        </p:blipFill>
        <p:spPr>
          <a:xfrm>
            <a:off x="7896934" y="18898"/>
            <a:ext cx="1120066" cy="1344079"/>
          </a:xfrm>
          <a:prstGeom prst="rect">
            <a:avLst/>
          </a:prstGeom>
        </p:spPr>
      </p:pic>
      <p:pic>
        <p:nvPicPr>
          <p:cNvPr id="12" name="Image" descr="Image">
            <a:extLst>
              <a:ext uri="{FF2B5EF4-FFF2-40B4-BE49-F238E27FC236}">
                <a16:creationId xmlns:a16="http://schemas.microsoft.com/office/drawing/2014/main" id="{8D52DDC4-509C-904B-B922-96B65FBC85DE}"/>
              </a:ext>
            </a:extLst>
          </p:cNvPr>
          <p:cNvPicPr>
            <a:picLocks noChangeAspect="1"/>
          </p:cNvPicPr>
          <p:nvPr userDrawn="1"/>
        </p:nvPicPr>
        <p:blipFill>
          <a:blip r:embed="rId2"/>
          <a:srcRect l="32082" t="5131" r="17030" b="32916"/>
          <a:stretch>
            <a:fillRect/>
          </a:stretch>
        </p:blipFill>
        <p:spPr>
          <a:xfrm>
            <a:off x="7930782" y="6036931"/>
            <a:ext cx="1230153" cy="842681"/>
          </a:xfrm>
          <a:prstGeom prst="rect">
            <a:avLst/>
          </a:prstGeom>
          <a:ln w="12700">
            <a:miter lim="400000"/>
          </a:ln>
        </p:spPr>
      </p:pic>
      <p:sp>
        <p:nvSpPr>
          <p:cNvPr id="14" name="Slide Number Placeholder 1">
            <a:extLst>
              <a:ext uri="{FF2B5EF4-FFF2-40B4-BE49-F238E27FC236}">
                <a16:creationId xmlns:a16="http://schemas.microsoft.com/office/drawing/2014/main" id="{9B47E8F9-3173-A345-8AD0-1C3CFC56C9B0}"/>
              </a:ext>
            </a:extLst>
          </p:cNvPr>
          <p:cNvSpPr>
            <a:spLocks noGrp="1"/>
          </p:cNvSpPr>
          <p:nvPr>
            <p:ph type="sldNum" sz="quarter" idx="4"/>
          </p:nvPr>
        </p:nvSpPr>
        <p:spPr>
          <a:xfrm>
            <a:off x="8529375" y="6529270"/>
            <a:ext cx="536308" cy="303304"/>
          </a:xfrm>
          <a:prstGeom prst="rect">
            <a:avLst/>
          </a:prstGeom>
        </p:spPr>
        <p:txBody>
          <a:bodyPr vert="horz" lIns="91440" tIns="45720" rIns="91440" bIns="45720" rtlCol="0" anchor="ctr"/>
          <a:lstStyle>
            <a:lvl1pPr algn="r">
              <a:defRPr sz="600">
                <a:solidFill>
                  <a:schemeClr val="tx1">
                    <a:tint val="75000"/>
                  </a:schemeClr>
                </a:solidFill>
              </a:defRPr>
            </a:lvl1pPr>
          </a:lstStyle>
          <a:p>
            <a:fld id="{5E89B1FD-11B0-0F4B-A0BD-A76170B314AE}" type="slidenum">
              <a:rPr lang="en-US" smtClean="0"/>
              <a:pPr/>
              <a:t>‹#›</a:t>
            </a:fld>
            <a:endParaRPr lang="en-US" sz="600" dirty="0"/>
          </a:p>
        </p:txBody>
      </p:sp>
    </p:spTree>
    <p:extLst>
      <p:ext uri="{BB962C8B-B14F-4D97-AF65-F5344CB8AC3E}">
        <p14:creationId xmlns:p14="http://schemas.microsoft.com/office/powerpoint/2010/main" val="3278601381"/>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960 Image">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75"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1"/>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18" name="Picture Placeholder 2">
            <a:extLst>
              <a:ext uri="{FF2B5EF4-FFF2-40B4-BE49-F238E27FC236}">
                <a16:creationId xmlns:a16="http://schemas.microsoft.com/office/drawing/2014/main" id="{B77969EA-B55C-894D-9358-83560C825FB1}"/>
              </a:ext>
            </a:extLst>
          </p:cNvPr>
          <p:cNvSpPr>
            <a:spLocks noGrp="1"/>
          </p:cNvSpPr>
          <p:nvPr>
            <p:ph type="pic" sz="quarter" idx="17" hasCustomPrompt="1"/>
          </p:nvPr>
        </p:nvSpPr>
        <p:spPr>
          <a:xfrm>
            <a:off x="613172" y="1990724"/>
            <a:ext cx="7923014" cy="3857626"/>
          </a:xfrm>
          <a:prstGeom prst="rect">
            <a:avLst/>
          </a:prstGeom>
        </p:spPr>
        <p:txBody>
          <a:bodyPr anchor="ctr"/>
          <a:lstStyle>
            <a:lvl1pPr marL="0" marR="0" indent="0" algn="ctr" defTabSz="309563" rtl="0" eaLnBrk="1" fontAlgn="auto" latinLnBrk="0" hangingPunct="1">
              <a:lnSpc>
                <a:spcPct val="100000"/>
              </a:lnSpc>
              <a:spcBef>
                <a:spcPts val="2213"/>
              </a:spcBef>
              <a:spcAft>
                <a:spcPts val="0"/>
              </a:spcAft>
              <a:buClrTx/>
              <a:buSzPct val="125000"/>
              <a:buFontTx/>
              <a:buNone/>
              <a:tabLst/>
              <a:defRPr sz="938" b="1"/>
            </a:lvl1pPr>
          </a:lstStyle>
          <a:p>
            <a:pPr marL="0" marR="0" lvl="0" indent="0" algn="l" defTabSz="309563" rtl="0" eaLnBrk="1" fontAlgn="auto" latinLnBrk="0" hangingPunct="1">
              <a:lnSpc>
                <a:spcPct val="100000"/>
              </a:lnSpc>
              <a:spcBef>
                <a:spcPts val="2213"/>
              </a:spcBef>
              <a:spcAft>
                <a:spcPts val="0"/>
              </a:spcAft>
              <a:buClrTx/>
              <a:buSzPct val="125000"/>
              <a:buFontTx/>
              <a:buNone/>
              <a:tabLst/>
              <a:defRPr/>
            </a:pPr>
            <a:r>
              <a:rPr lang="en-GB" dirty="0"/>
              <a:t>INSERT IMAGE</a:t>
            </a:r>
            <a:endParaRPr lang="en-US" dirty="0"/>
          </a:p>
        </p:txBody>
      </p:sp>
      <p:pic>
        <p:nvPicPr>
          <p:cNvPr id="22" name="Image" descr="Image">
            <a:extLst>
              <a:ext uri="{FF2B5EF4-FFF2-40B4-BE49-F238E27FC236}">
                <a16:creationId xmlns:a16="http://schemas.microsoft.com/office/drawing/2014/main" id="{FFB7FAA2-A74D-8D4D-9F41-9FF0DD80EF10}"/>
              </a:ext>
            </a:extLst>
          </p:cNvPr>
          <p:cNvPicPr>
            <a:picLocks noChangeAspect="1"/>
          </p:cNvPicPr>
          <p:nvPr userDrawn="1"/>
        </p:nvPicPr>
        <p:blipFill rotWithShape="1">
          <a:blip r:embed="rId2">
            <a:alphaModFix amt="10000"/>
          </a:blip>
          <a:srcRect l="32082" t="5133" r="17871" b="42892"/>
          <a:stretch/>
        </p:blipFill>
        <p:spPr>
          <a:xfrm rot="10800000" flipH="1">
            <a:off x="7934172" y="-23105"/>
            <a:ext cx="1209829" cy="706956"/>
          </a:xfrm>
          <a:prstGeom prst="rect">
            <a:avLst/>
          </a:prstGeom>
          <a:ln w="12700">
            <a:miter lim="400000"/>
          </a:ln>
        </p:spPr>
      </p:pic>
      <p:pic>
        <p:nvPicPr>
          <p:cNvPr id="13" name="Picture 12">
            <a:extLst>
              <a:ext uri="{FF2B5EF4-FFF2-40B4-BE49-F238E27FC236}">
                <a16:creationId xmlns:a16="http://schemas.microsoft.com/office/drawing/2014/main" id="{5EC9092D-3BE2-A041-BB6B-FFED218D803F}"/>
              </a:ext>
            </a:extLst>
          </p:cNvPr>
          <p:cNvPicPr>
            <a:picLocks noChangeAspect="1"/>
          </p:cNvPicPr>
          <p:nvPr userDrawn="1"/>
        </p:nvPicPr>
        <p:blipFill>
          <a:blip r:embed="rId3"/>
          <a:stretch>
            <a:fillRect/>
          </a:stretch>
        </p:blipFill>
        <p:spPr>
          <a:xfrm>
            <a:off x="7896934" y="18898"/>
            <a:ext cx="1120066" cy="1344079"/>
          </a:xfrm>
          <a:prstGeom prst="rect">
            <a:avLst/>
          </a:prstGeom>
        </p:spPr>
      </p:pic>
      <p:pic>
        <p:nvPicPr>
          <p:cNvPr id="12" name="Image" descr="Image">
            <a:extLst>
              <a:ext uri="{FF2B5EF4-FFF2-40B4-BE49-F238E27FC236}">
                <a16:creationId xmlns:a16="http://schemas.microsoft.com/office/drawing/2014/main" id="{6761269A-70E9-6842-AFB3-0C8933914D9E}"/>
              </a:ext>
            </a:extLst>
          </p:cNvPr>
          <p:cNvPicPr>
            <a:picLocks noChangeAspect="1"/>
          </p:cNvPicPr>
          <p:nvPr userDrawn="1"/>
        </p:nvPicPr>
        <p:blipFill>
          <a:blip r:embed="rId2"/>
          <a:srcRect l="32082" t="5131" r="17030" b="32916"/>
          <a:stretch>
            <a:fillRect/>
          </a:stretch>
        </p:blipFill>
        <p:spPr>
          <a:xfrm>
            <a:off x="7930782" y="6036931"/>
            <a:ext cx="1230153" cy="842681"/>
          </a:xfrm>
          <a:prstGeom prst="rect">
            <a:avLst/>
          </a:prstGeom>
          <a:ln w="12700">
            <a:miter lim="400000"/>
          </a:ln>
        </p:spPr>
      </p:pic>
      <p:sp>
        <p:nvSpPr>
          <p:cNvPr id="14" name="Slide Number Placeholder 1">
            <a:extLst>
              <a:ext uri="{FF2B5EF4-FFF2-40B4-BE49-F238E27FC236}">
                <a16:creationId xmlns:a16="http://schemas.microsoft.com/office/drawing/2014/main" id="{D4135F0A-3348-9F4E-9816-65BEC07562CE}"/>
              </a:ext>
            </a:extLst>
          </p:cNvPr>
          <p:cNvSpPr>
            <a:spLocks noGrp="1"/>
          </p:cNvSpPr>
          <p:nvPr>
            <p:ph type="sldNum" sz="quarter" idx="4"/>
          </p:nvPr>
        </p:nvSpPr>
        <p:spPr>
          <a:xfrm>
            <a:off x="8529375" y="6529270"/>
            <a:ext cx="536308" cy="303304"/>
          </a:xfrm>
          <a:prstGeom prst="rect">
            <a:avLst/>
          </a:prstGeom>
        </p:spPr>
        <p:txBody>
          <a:bodyPr vert="horz" lIns="91440" tIns="45720" rIns="91440" bIns="45720" rtlCol="0" anchor="ctr"/>
          <a:lstStyle>
            <a:lvl1pPr algn="r">
              <a:defRPr sz="600">
                <a:solidFill>
                  <a:schemeClr val="tx1">
                    <a:tint val="75000"/>
                  </a:schemeClr>
                </a:solidFill>
              </a:defRPr>
            </a:lvl1pPr>
          </a:lstStyle>
          <a:p>
            <a:fld id="{5E89B1FD-11B0-0F4B-A0BD-A76170B314AE}" type="slidenum">
              <a:rPr lang="en-US" smtClean="0"/>
              <a:pPr/>
              <a:t>‹#›</a:t>
            </a:fld>
            <a:endParaRPr lang="en-US" sz="600" dirty="0"/>
          </a:p>
        </p:txBody>
      </p:sp>
    </p:spTree>
    <p:extLst>
      <p:ext uri="{BB962C8B-B14F-4D97-AF65-F5344CB8AC3E}">
        <p14:creationId xmlns:p14="http://schemas.microsoft.com/office/powerpoint/2010/main" val="2404612946"/>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reserve="1">
  <p:cSld name="1960 Closure">
    <p:bg>
      <p:bgPr>
        <a:solidFill>
          <a:srgbClr val="052744"/>
        </a:solidFill>
        <a:effectLst/>
      </p:bgPr>
    </p:bg>
    <p:spTree>
      <p:nvGrpSpPr>
        <p:cNvPr id="1" name=""/>
        <p:cNvGrpSpPr/>
        <p:nvPr/>
      </p:nvGrpSpPr>
      <p:grpSpPr>
        <a:xfrm>
          <a:off x="0" y="0"/>
          <a:ext cx="0" cy="0"/>
          <a:chOff x="0" y="0"/>
          <a:chExt cx="0" cy="0"/>
        </a:xfrm>
      </p:grpSpPr>
      <p:pic>
        <p:nvPicPr>
          <p:cNvPr id="6" name="Background.pdf" descr="Background.pdf">
            <a:extLst>
              <a:ext uri="{FF2B5EF4-FFF2-40B4-BE49-F238E27FC236}">
                <a16:creationId xmlns:a16="http://schemas.microsoft.com/office/drawing/2014/main" id="{7F37F950-FD6A-5040-AF19-3F0ED1870797}"/>
              </a:ext>
            </a:extLst>
          </p:cNvPr>
          <p:cNvPicPr>
            <a:picLocks noChangeAspect="1"/>
          </p:cNvPicPr>
          <p:nvPr userDrawn="1"/>
        </p:nvPicPr>
        <p:blipFill>
          <a:blip r:embed="rId2"/>
          <a:stretch>
            <a:fillRect/>
          </a:stretch>
        </p:blipFill>
        <p:spPr>
          <a:xfrm>
            <a:off x="-1016000" y="0"/>
            <a:ext cx="10160000" cy="6858000"/>
          </a:xfrm>
          <a:prstGeom prst="rect">
            <a:avLst/>
          </a:prstGeom>
          <a:ln w="12700">
            <a:miter lim="400000"/>
          </a:ln>
        </p:spPr>
      </p:pic>
      <p:sp>
        <p:nvSpPr>
          <p:cNvPr id="45" name="Thank you"/>
          <p:cNvSpPr txBox="1"/>
          <p:nvPr/>
        </p:nvSpPr>
        <p:spPr>
          <a:xfrm>
            <a:off x="713508" y="1642231"/>
            <a:ext cx="1798569" cy="5001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9050" tIns="19050" rIns="19050" bIns="19050" anchor="ctr">
            <a:spAutoFit/>
          </a:bodyPr>
          <a:lstStyle>
            <a:lvl1pPr algn="l">
              <a:defRPr sz="8000">
                <a:solidFill>
                  <a:srgbClr val="FFFFFF"/>
                </a:solidFill>
                <a:latin typeface="Open Sans Light"/>
                <a:ea typeface="Open Sans Light"/>
                <a:cs typeface="Open Sans Light"/>
                <a:sym typeface="Open Sans Light"/>
              </a:defRPr>
            </a:lvl1pPr>
          </a:lstStyle>
          <a:p>
            <a:r>
              <a:rPr sz="3000" dirty="0">
                <a:latin typeface="Trebuchet MS" panose="020B0703020202090204" pitchFamily="34" charset="0"/>
              </a:rPr>
              <a:t>Thank you</a:t>
            </a:r>
          </a:p>
        </p:txBody>
      </p:sp>
      <p:pic>
        <p:nvPicPr>
          <p:cNvPr id="12" name="Image" descr="Image">
            <a:extLst>
              <a:ext uri="{FF2B5EF4-FFF2-40B4-BE49-F238E27FC236}">
                <a16:creationId xmlns:a16="http://schemas.microsoft.com/office/drawing/2014/main" id="{36012AAF-551B-4346-AE94-0A68CFD7A378}"/>
              </a:ext>
            </a:extLst>
          </p:cNvPr>
          <p:cNvPicPr>
            <a:picLocks noChangeAspect="1"/>
          </p:cNvPicPr>
          <p:nvPr userDrawn="1"/>
        </p:nvPicPr>
        <p:blipFill>
          <a:blip r:embed="rId3"/>
          <a:stretch>
            <a:fillRect/>
          </a:stretch>
        </p:blipFill>
        <p:spPr>
          <a:xfrm>
            <a:off x="8088793" y="6040275"/>
            <a:ext cx="787775" cy="522826"/>
          </a:xfrm>
          <a:prstGeom prst="rect">
            <a:avLst/>
          </a:prstGeom>
          <a:ln w="12700">
            <a:miter lim="400000"/>
          </a:ln>
        </p:spPr>
      </p:pic>
      <p:pic>
        <p:nvPicPr>
          <p:cNvPr id="8" name="Picture 7">
            <a:extLst>
              <a:ext uri="{FF2B5EF4-FFF2-40B4-BE49-F238E27FC236}">
                <a16:creationId xmlns:a16="http://schemas.microsoft.com/office/drawing/2014/main" id="{992E987A-5B36-0B4F-A985-9EDBAE555114}"/>
              </a:ext>
            </a:extLst>
          </p:cNvPr>
          <p:cNvPicPr>
            <a:picLocks noChangeAspect="1"/>
          </p:cNvPicPr>
          <p:nvPr userDrawn="1"/>
        </p:nvPicPr>
        <p:blipFill>
          <a:blip r:embed="rId4"/>
          <a:stretch>
            <a:fillRect/>
          </a:stretch>
        </p:blipFill>
        <p:spPr>
          <a:xfrm>
            <a:off x="6281947" y="535100"/>
            <a:ext cx="2347314" cy="2816777"/>
          </a:xfrm>
          <a:prstGeom prst="rect">
            <a:avLst/>
          </a:prstGeom>
        </p:spPr>
      </p:pic>
    </p:spTree>
    <p:extLst>
      <p:ext uri="{BB962C8B-B14F-4D97-AF65-F5344CB8AC3E}">
        <p14:creationId xmlns:p14="http://schemas.microsoft.com/office/powerpoint/2010/main" val="3283392963"/>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960 Cover">
    <p:spTree>
      <p:nvGrpSpPr>
        <p:cNvPr id="1" name=""/>
        <p:cNvGrpSpPr/>
        <p:nvPr/>
      </p:nvGrpSpPr>
      <p:grpSpPr>
        <a:xfrm>
          <a:off x="0" y="0"/>
          <a:ext cx="0" cy="0"/>
          <a:chOff x="0" y="0"/>
          <a:chExt cx="0" cy="0"/>
        </a:xfrm>
      </p:grpSpPr>
      <p:sp>
        <p:nvSpPr>
          <p:cNvPr id="14" name="Title Text"/>
          <p:cNvSpPr txBox="1">
            <a:spLocks noGrp="1"/>
          </p:cNvSpPr>
          <p:nvPr>
            <p:ph type="title" hasCustomPrompt="1"/>
          </p:nvPr>
        </p:nvSpPr>
        <p:spPr>
          <a:xfrm>
            <a:off x="742950" y="2803357"/>
            <a:ext cx="6882064" cy="2614186"/>
          </a:xfrm>
          <a:prstGeom prst="rect">
            <a:avLst/>
          </a:prstGeom>
        </p:spPr>
        <p:txBody>
          <a:bodyPr anchor="ctr"/>
          <a:lstStyle>
            <a:lvl1pPr>
              <a:defRPr sz="3000" b="0" i="0">
                <a:latin typeface="Trebuchet MS" panose="020B0703020202090204" pitchFamily="34" charset="0"/>
                <a:ea typeface="Open Sans" panose="020B0606030504020204" pitchFamily="34" charset="0"/>
                <a:cs typeface="Open Sans" panose="020B0606030504020204" pitchFamily="34" charset="0"/>
              </a:defRPr>
            </a:lvl1pPr>
          </a:lstStyle>
          <a:p>
            <a:r>
              <a:rPr dirty="0"/>
              <a:t>Title Text</a:t>
            </a:r>
          </a:p>
        </p:txBody>
      </p:sp>
      <p:sp>
        <p:nvSpPr>
          <p:cNvPr id="7" name="Text Placeholder 2">
            <a:extLst>
              <a:ext uri="{FF2B5EF4-FFF2-40B4-BE49-F238E27FC236}">
                <a16:creationId xmlns:a16="http://schemas.microsoft.com/office/drawing/2014/main" id="{1C77C7DA-3A50-874E-90DF-46E99B3E65D4}"/>
              </a:ext>
            </a:extLst>
          </p:cNvPr>
          <p:cNvSpPr>
            <a:spLocks noGrp="1"/>
          </p:cNvSpPr>
          <p:nvPr>
            <p:ph type="body" sz="quarter" idx="11" hasCustomPrompt="1"/>
          </p:nvPr>
        </p:nvSpPr>
        <p:spPr>
          <a:xfrm>
            <a:off x="742956" y="5607050"/>
            <a:ext cx="3528647" cy="636588"/>
          </a:xfrm>
          <a:prstGeom prst="rect">
            <a:avLst/>
          </a:prstGeom>
        </p:spPr>
        <p:txBody>
          <a:bodyPr/>
          <a:lstStyle>
            <a:lvl1pPr marL="0" indent="0">
              <a:buNone/>
              <a:defRPr sz="1350">
                <a:solidFill>
                  <a:schemeClr val="bg1"/>
                </a:solidFill>
                <a:latin typeface="+mn-lt"/>
              </a:defRPr>
            </a:lvl1pPr>
          </a:lstStyle>
          <a:p>
            <a:pPr lvl="0"/>
            <a:r>
              <a:rPr lang="en-US" sz="1350" dirty="0">
                <a:latin typeface="+mn-lt"/>
              </a:rPr>
              <a:t>01 June 2020 (Change date)</a:t>
            </a:r>
            <a:endParaRPr lang="en-US" dirty="0"/>
          </a:p>
        </p:txBody>
      </p:sp>
      <p:sp>
        <p:nvSpPr>
          <p:cNvPr id="2" name="TextBox 1">
            <a:extLst>
              <a:ext uri="{FF2B5EF4-FFF2-40B4-BE49-F238E27FC236}">
                <a16:creationId xmlns:a16="http://schemas.microsoft.com/office/drawing/2014/main" id="{BDC0CE3B-87B9-B749-8F09-21B7391A3198}"/>
              </a:ext>
            </a:extLst>
          </p:cNvPr>
          <p:cNvSpPr txBox="1"/>
          <p:nvPr userDrawn="1"/>
        </p:nvSpPr>
        <p:spPr>
          <a:xfrm rot="2931761">
            <a:off x="7410734" y="1981655"/>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rtlCol="0" anchor="ctr">
            <a:normAutofit fontScale="25000" lnSpcReduction="20000"/>
          </a:bodyPr>
          <a:lstStyle/>
          <a:p>
            <a:pPr algn="l"/>
            <a:endParaRPr lang="en-US" sz="3000" b="0" dirty="0">
              <a:latin typeface="Open Sans SemiBold"/>
              <a:ea typeface="Open Sans SemiBold"/>
              <a:cs typeface="Open Sans SemiBold"/>
              <a:sym typeface="Open Sans SemiBold"/>
            </a:endParaRPr>
          </a:p>
        </p:txBody>
      </p:sp>
    </p:spTree>
    <p:extLst>
      <p:ext uri="{BB962C8B-B14F-4D97-AF65-F5344CB8AC3E}">
        <p14:creationId xmlns:p14="http://schemas.microsoft.com/office/powerpoint/2010/main" val="1683171424"/>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960 Empt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45D37D-BD1B-1C4D-9587-30197E07D67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grpSp>
        <p:nvGrpSpPr>
          <p:cNvPr id="13" name="Group 12">
            <a:extLst>
              <a:ext uri="{FF2B5EF4-FFF2-40B4-BE49-F238E27FC236}">
                <a16:creationId xmlns:a16="http://schemas.microsoft.com/office/drawing/2014/main" id="{CE2E621B-52A0-A54A-8F39-33FD7FE131D2}"/>
              </a:ext>
            </a:extLst>
          </p:cNvPr>
          <p:cNvGrpSpPr/>
          <p:nvPr userDrawn="1"/>
        </p:nvGrpSpPr>
        <p:grpSpPr>
          <a:xfrm>
            <a:off x="7913847" y="6016610"/>
            <a:ext cx="1230154" cy="842681"/>
            <a:chOff x="21558662" y="12102169"/>
            <a:chExt cx="2874602" cy="1641077"/>
          </a:xfrm>
        </p:grpSpPr>
        <p:pic>
          <p:nvPicPr>
            <p:cNvPr id="14" name="Image" descr="Image">
              <a:extLst>
                <a:ext uri="{FF2B5EF4-FFF2-40B4-BE49-F238E27FC236}">
                  <a16:creationId xmlns:a16="http://schemas.microsoft.com/office/drawing/2014/main" id="{DABF6F1A-4469-DD4F-82AD-C790CEB414ED}"/>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15" name="TextBox 14">
              <a:extLst>
                <a:ext uri="{FF2B5EF4-FFF2-40B4-BE49-F238E27FC236}">
                  <a16:creationId xmlns:a16="http://schemas.microsoft.com/office/drawing/2014/main" id="{1D4ED21B-3508-204A-BF67-54D8C511EBE5}"/>
                </a:ext>
              </a:extLst>
            </p:cNvPr>
            <p:cNvSpPr txBox="1"/>
            <p:nvPr userDrawn="1"/>
          </p:nvSpPr>
          <p:spPr>
            <a:xfrm>
              <a:off x="23376834" y="13154535"/>
              <a:ext cx="1005578" cy="407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spTree>
    <p:extLst>
      <p:ext uri="{BB962C8B-B14F-4D97-AF65-F5344CB8AC3E}">
        <p14:creationId xmlns:p14="http://schemas.microsoft.com/office/powerpoint/2010/main" val="1428367552"/>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960 2 colomn">
    <p:spTree>
      <p:nvGrpSpPr>
        <p:cNvPr id="1" name=""/>
        <p:cNvGrpSpPr/>
        <p:nvPr/>
      </p:nvGrpSpPr>
      <p:grpSpPr>
        <a:xfrm>
          <a:off x="0" y="0"/>
          <a:ext cx="0" cy="0"/>
          <a:chOff x="0" y="0"/>
          <a:chExt cx="0" cy="0"/>
        </a:xfrm>
      </p:grpSpPr>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18" name="Text Placeholder 2">
            <a:extLst>
              <a:ext uri="{FF2B5EF4-FFF2-40B4-BE49-F238E27FC236}">
                <a16:creationId xmlns:a16="http://schemas.microsoft.com/office/drawing/2014/main" id="{75700DFF-14F1-2E4C-8952-B5857EBADEA6}"/>
              </a:ext>
            </a:extLst>
          </p:cNvPr>
          <p:cNvSpPr>
            <a:spLocks noGrp="1"/>
          </p:cNvSpPr>
          <p:nvPr>
            <p:ph type="body" sz="quarter" idx="18" hasCustomPrompt="1"/>
          </p:nvPr>
        </p:nvSpPr>
        <p:spPr>
          <a:xfrm>
            <a:off x="613212" y="1990724"/>
            <a:ext cx="7871734" cy="3857626"/>
          </a:xfrm>
          <a:prstGeom prst="rect">
            <a:avLst/>
          </a:prstGeom>
        </p:spPr>
        <p:txBody>
          <a:bodyPr numCol="2"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Extra explanatory text, Open Sans Regular 25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a:t>
            </a:r>
          </a:p>
        </p:txBody>
      </p:sp>
      <p:grpSp>
        <p:nvGrpSpPr>
          <p:cNvPr id="19" name="Group 18">
            <a:extLst>
              <a:ext uri="{FF2B5EF4-FFF2-40B4-BE49-F238E27FC236}">
                <a16:creationId xmlns:a16="http://schemas.microsoft.com/office/drawing/2014/main" id="{A1905FD1-511E-6345-9733-7A99FD83C2B1}"/>
              </a:ext>
            </a:extLst>
          </p:cNvPr>
          <p:cNvGrpSpPr/>
          <p:nvPr userDrawn="1"/>
        </p:nvGrpSpPr>
        <p:grpSpPr>
          <a:xfrm>
            <a:off x="7913847" y="6016610"/>
            <a:ext cx="1230154" cy="842681"/>
            <a:chOff x="21558662" y="12102169"/>
            <a:chExt cx="2874602" cy="1641077"/>
          </a:xfrm>
        </p:grpSpPr>
        <p:pic>
          <p:nvPicPr>
            <p:cNvPr id="20" name="Image" descr="Image">
              <a:extLst>
                <a:ext uri="{FF2B5EF4-FFF2-40B4-BE49-F238E27FC236}">
                  <a16:creationId xmlns:a16="http://schemas.microsoft.com/office/drawing/2014/main" id="{C33A4C3A-82B3-A344-8431-110FA616FD21}"/>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21" name="TextBox 20">
              <a:extLst>
                <a:ext uri="{FF2B5EF4-FFF2-40B4-BE49-F238E27FC236}">
                  <a16:creationId xmlns:a16="http://schemas.microsoft.com/office/drawing/2014/main" id="{B2ABB41E-B965-C146-95DC-F78A550AE57E}"/>
                </a:ext>
              </a:extLst>
            </p:cNvPr>
            <p:cNvSpPr txBox="1"/>
            <p:nvPr userDrawn="1"/>
          </p:nvSpPr>
          <p:spPr>
            <a:xfrm>
              <a:off x="23376834" y="13154535"/>
              <a:ext cx="1005578" cy="407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pic>
        <p:nvPicPr>
          <p:cNvPr id="22" name="Image" descr="Image">
            <a:extLst>
              <a:ext uri="{FF2B5EF4-FFF2-40B4-BE49-F238E27FC236}">
                <a16:creationId xmlns:a16="http://schemas.microsoft.com/office/drawing/2014/main" id="{77A959DB-D9C6-3D48-9630-C82E7C2E0411}"/>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pic>
        <p:nvPicPr>
          <p:cNvPr id="13" name="Picture 12">
            <a:extLst>
              <a:ext uri="{FF2B5EF4-FFF2-40B4-BE49-F238E27FC236}">
                <a16:creationId xmlns:a16="http://schemas.microsoft.com/office/drawing/2014/main" id="{38F9047E-EFD8-4449-8CD0-6B2D35B10F5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Tree>
    <p:extLst>
      <p:ext uri="{BB962C8B-B14F-4D97-AF65-F5344CB8AC3E}">
        <p14:creationId xmlns:p14="http://schemas.microsoft.com/office/powerpoint/2010/main" val="2265490745"/>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960 Text + image">
    <p:spTree>
      <p:nvGrpSpPr>
        <p:cNvPr id="1" name=""/>
        <p:cNvGrpSpPr/>
        <p:nvPr/>
      </p:nvGrpSpPr>
      <p:grpSpPr>
        <a:xfrm>
          <a:off x="0" y="0"/>
          <a:ext cx="0" cy="0"/>
          <a:chOff x="0" y="0"/>
          <a:chExt cx="0" cy="0"/>
        </a:xfrm>
      </p:grpSpPr>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20" name="Text Placeholder 2">
            <a:extLst>
              <a:ext uri="{FF2B5EF4-FFF2-40B4-BE49-F238E27FC236}">
                <a16:creationId xmlns:a16="http://schemas.microsoft.com/office/drawing/2014/main" id="{FF087B98-487C-0A4D-AE42-C80A995D8343}"/>
              </a:ext>
            </a:extLst>
          </p:cNvPr>
          <p:cNvSpPr>
            <a:spLocks noGrp="1"/>
          </p:cNvSpPr>
          <p:nvPr>
            <p:ph type="body" sz="quarter" idx="19" hasCustomPrompt="1"/>
          </p:nvPr>
        </p:nvSpPr>
        <p:spPr>
          <a:xfrm>
            <a:off x="4612484" y="1990724"/>
            <a:ext cx="3843893" cy="3857626"/>
          </a:xfrm>
          <a:prstGeom prst="rect">
            <a:avLst/>
          </a:prstGeom>
        </p:spPr>
        <p:txBody>
          <a:bodyPr numCol="1"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a:t>
            </a:r>
          </a:p>
        </p:txBody>
      </p:sp>
      <p:sp>
        <p:nvSpPr>
          <p:cNvPr id="21" name="Picture Placeholder 2">
            <a:extLst>
              <a:ext uri="{FF2B5EF4-FFF2-40B4-BE49-F238E27FC236}">
                <a16:creationId xmlns:a16="http://schemas.microsoft.com/office/drawing/2014/main" id="{E30800F1-FADF-A446-A44F-C31F223DE9D0}"/>
              </a:ext>
            </a:extLst>
          </p:cNvPr>
          <p:cNvSpPr>
            <a:spLocks noGrp="1"/>
          </p:cNvSpPr>
          <p:nvPr>
            <p:ph type="pic" sz="quarter" idx="17" hasCustomPrompt="1"/>
          </p:nvPr>
        </p:nvSpPr>
        <p:spPr>
          <a:xfrm>
            <a:off x="613175" y="1990724"/>
            <a:ext cx="3958828" cy="3857626"/>
          </a:xfrm>
          <a:prstGeom prst="rect">
            <a:avLst/>
          </a:prstGeom>
        </p:spPr>
        <p:txBody>
          <a:bodyPr anchor="ctr"/>
          <a:lstStyle>
            <a:lvl1pPr marL="0" indent="0" algn="ctr">
              <a:buNone/>
              <a:defRPr sz="938" b="1"/>
            </a:lvl1pPr>
          </a:lstStyle>
          <a:p>
            <a:r>
              <a:rPr lang="en-GB" dirty="0"/>
              <a:t>INSERT IMAGE</a:t>
            </a:r>
            <a:endParaRPr lang="en-US" dirty="0"/>
          </a:p>
        </p:txBody>
      </p:sp>
      <p:grpSp>
        <p:nvGrpSpPr>
          <p:cNvPr id="18" name="Group 17">
            <a:extLst>
              <a:ext uri="{FF2B5EF4-FFF2-40B4-BE49-F238E27FC236}">
                <a16:creationId xmlns:a16="http://schemas.microsoft.com/office/drawing/2014/main" id="{4C45C648-B343-0142-AC48-BDC54477751C}"/>
              </a:ext>
            </a:extLst>
          </p:cNvPr>
          <p:cNvGrpSpPr/>
          <p:nvPr userDrawn="1"/>
        </p:nvGrpSpPr>
        <p:grpSpPr>
          <a:xfrm>
            <a:off x="7913847" y="6016610"/>
            <a:ext cx="1230154" cy="842681"/>
            <a:chOff x="21558662" y="12102169"/>
            <a:chExt cx="2874602" cy="1641077"/>
          </a:xfrm>
        </p:grpSpPr>
        <p:pic>
          <p:nvPicPr>
            <p:cNvPr id="19" name="Image" descr="Image">
              <a:extLst>
                <a:ext uri="{FF2B5EF4-FFF2-40B4-BE49-F238E27FC236}">
                  <a16:creationId xmlns:a16="http://schemas.microsoft.com/office/drawing/2014/main" id="{D4337E65-04EA-4044-A808-1F06AA1336B9}"/>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22" name="TextBox 21">
              <a:extLst>
                <a:ext uri="{FF2B5EF4-FFF2-40B4-BE49-F238E27FC236}">
                  <a16:creationId xmlns:a16="http://schemas.microsoft.com/office/drawing/2014/main" id="{AEE9C509-1EC0-A44D-BB24-BDCE29717514}"/>
                </a:ext>
              </a:extLst>
            </p:cNvPr>
            <p:cNvSpPr txBox="1"/>
            <p:nvPr userDrawn="1"/>
          </p:nvSpPr>
          <p:spPr>
            <a:xfrm>
              <a:off x="23376834" y="13154535"/>
              <a:ext cx="1005578" cy="407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pic>
        <p:nvPicPr>
          <p:cNvPr id="23" name="Image" descr="Image">
            <a:extLst>
              <a:ext uri="{FF2B5EF4-FFF2-40B4-BE49-F238E27FC236}">
                <a16:creationId xmlns:a16="http://schemas.microsoft.com/office/drawing/2014/main" id="{C3F1D793-E9B7-1540-8747-61CE53E1AE8D}"/>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pic>
        <p:nvPicPr>
          <p:cNvPr id="13" name="Picture 12">
            <a:extLst>
              <a:ext uri="{FF2B5EF4-FFF2-40B4-BE49-F238E27FC236}">
                <a16:creationId xmlns:a16="http://schemas.microsoft.com/office/drawing/2014/main" id="{527DC594-73C9-E349-AED6-B1074A9B7AB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Tree>
    <p:extLst>
      <p:ext uri="{BB962C8B-B14F-4D97-AF65-F5344CB8AC3E}">
        <p14:creationId xmlns:p14="http://schemas.microsoft.com/office/powerpoint/2010/main" val="788341170"/>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960 Full text">
    <p:spTree>
      <p:nvGrpSpPr>
        <p:cNvPr id="1" name=""/>
        <p:cNvGrpSpPr/>
        <p:nvPr/>
      </p:nvGrpSpPr>
      <p:grpSpPr>
        <a:xfrm>
          <a:off x="0" y="0"/>
          <a:ext cx="0" cy="0"/>
          <a:chOff x="0" y="0"/>
          <a:chExt cx="0" cy="0"/>
        </a:xfrm>
      </p:grpSpPr>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19" name="Text Placeholder 2">
            <a:extLst>
              <a:ext uri="{FF2B5EF4-FFF2-40B4-BE49-F238E27FC236}">
                <a16:creationId xmlns:a16="http://schemas.microsoft.com/office/drawing/2014/main" id="{C39C6CE7-E4E5-CD42-88A1-0F43BE0B5EEC}"/>
              </a:ext>
            </a:extLst>
          </p:cNvPr>
          <p:cNvSpPr>
            <a:spLocks noGrp="1"/>
          </p:cNvSpPr>
          <p:nvPr>
            <p:ph type="body" sz="quarter" idx="18" hasCustomPrompt="1"/>
          </p:nvPr>
        </p:nvSpPr>
        <p:spPr>
          <a:xfrm>
            <a:off x="613212" y="1990724"/>
            <a:ext cx="7871734" cy="3857626"/>
          </a:xfrm>
          <a:prstGeom prst="rect">
            <a:avLst/>
          </a:prstGeom>
        </p:spPr>
        <p:txBody>
          <a:bodyPr numCol="1"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Extra explanatory text, Open Sans Regular 25 pt.  ///  This can consist of multiple sentences</a:t>
            </a:r>
          </a:p>
        </p:txBody>
      </p:sp>
      <p:grpSp>
        <p:nvGrpSpPr>
          <p:cNvPr id="18" name="Group 17">
            <a:extLst>
              <a:ext uri="{FF2B5EF4-FFF2-40B4-BE49-F238E27FC236}">
                <a16:creationId xmlns:a16="http://schemas.microsoft.com/office/drawing/2014/main" id="{3FBE1E43-8697-BA4A-95B2-F1122E958766}"/>
              </a:ext>
            </a:extLst>
          </p:cNvPr>
          <p:cNvGrpSpPr/>
          <p:nvPr userDrawn="1"/>
        </p:nvGrpSpPr>
        <p:grpSpPr>
          <a:xfrm>
            <a:off x="7913847" y="6016610"/>
            <a:ext cx="1230154" cy="842681"/>
            <a:chOff x="21558662" y="12102169"/>
            <a:chExt cx="2874602" cy="1641077"/>
          </a:xfrm>
        </p:grpSpPr>
        <p:pic>
          <p:nvPicPr>
            <p:cNvPr id="20" name="Image" descr="Image">
              <a:extLst>
                <a:ext uri="{FF2B5EF4-FFF2-40B4-BE49-F238E27FC236}">
                  <a16:creationId xmlns:a16="http://schemas.microsoft.com/office/drawing/2014/main" id="{F4FC4958-5730-6F48-821B-697A82EC59AB}"/>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21" name="TextBox 20">
              <a:extLst>
                <a:ext uri="{FF2B5EF4-FFF2-40B4-BE49-F238E27FC236}">
                  <a16:creationId xmlns:a16="http://schemas.microsoft.com/office/drawing/2014/main" id="{120CDF99-92FA-4F41-9F69-4E0B03F7A818}"/>
                </a:ext>
              </a:extLst>
            </p:cNvPr>
            <p:cNvSpPr txBox="1"/>
            <p:nvPr userDrawn="1"/>
          </p:nvSpPr>
          <p:spPr>
            <a:xfrm>
              <a:off x="23376834" y="13154535"/>
              <a:ext cx="1005578" cy="407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pic>
        <p:nvPicPr>
          <p:cNvPr id="22" name="Image" descr="Image">
            <a:extLst>
              <a:ext uri="{FF2B5EF4-FFF2-40B4-BE49-F238E27FC236}">
                <a16:creationId xmlns:a16="http://schemas.microsoft.com/office/drawing/2014/main" id="{D1B87532-7232-0C48-8763-E70667A7DBB9}"/>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pic>
        <p:nvPicPr>
          <p:cNvPr id="13" name="Picture 12">
            <a:extLst>
              <a:ext uri="{FF2B5EF4-FFF2-40B4-BE49-F238E27FC236}">
                <a16:creationId xmlns:a16="http://schemas.microsoft.com/office/drawing/2014/main" id="{C7107ECD-14BE-E04B-943A-9CB4E152964E}"/>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Tree>
    <p:extLst>
      <p:ext uri="{BB962C8B-B14F-4D97-AF65-F5344CB8AC3E}">
        <p14:creationId xmlns:p14="http://schemas.microsoft.com/office/powerpoint/2010/main" val="3409184330"/>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960 Image">
    <p:spTree>
      <p:nvGrpSpPr>
        <p:cNvPr id="1" name=""/>
        <p:cNvGrpSpPr/>
        <p:nvPr/>
      </p:nvGrpSpPr>
      <p:grpSpPr>
        <a:xfrm>
          <a:off x="0" y="0"/>
          <a:ext cx="0" cy="0"/>
          <a:chOff x="0" y="0"/>
          <a:chExt cx="0" cy="0"/>
        </a:xfrm>
      </p:grpSpPr>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18" name="Picture Placeholder 2">
            <a:extLst>
              <a:ext uri="{FF2B5EF4-FFF2-40B4-BE49-F238E27FC236}">
                <a16:creationId xmlns:a16="http://schemas.microsoft.com/office/drawing/2014/main" id="{B77969EA-B55C-894D-9358-83560C825FB1}"/>
              </a:ext>
            </a:extLst>
          </p:cNvPr>
          <p:cNvSpPr>
            <a:spLocks noGrp="1"/>
          </p:cNvSpPr>
          <p:nvPr>
            <p:ph type="pic" sz="quarter" idx="17" hasCustomPrompt="1"/>
          </p:nvPr>
        </p:nvSpPr>
        <p:spPr>
          <a:xfrm>
            <a:off x="613173" y="1990724"/>
            <a:ext cx="7923014" cy="3857626"/>
          </a:xfrm>
          <a:prstGeom prst="rect">
            <a:avLst/>
          </a:prstGeom>
        </p:spPr>
        <p:txBody>
          <a:bodyPr anchor="ctr"/>
          <a:lstStyle>
            <a:lvl1pPr marL="0" marR="0" indent="0" algn="ctr" defTabSz="309515" rtl="0" eaLnBrk="1" fontAlgn="auto" latinLnBrk="0" hangingPunct="1">
              <a:lnSpc>
                <a:spcPct val="100000"/>
              </a:lnSpc>
              <a:spcBef>
                <a:spcPts val="2213"/>
              </a:spcBef>
              <a:spcAft>
                <a:spcPts val="0"/>
              </a:spcAft>
              <a:buClrTx/>
              <a:buSzPct val="125000"/>
              <a:buFontTx/>
              <a:buNone/>
              <a:tabLst/>
              <a:defRPr sz="938" b="1"/>
            </a:lvl1pPr>
          </a:lstStyle>
          <a:p>
            <a:pPr marL="0" marR="0" lvl="0" indent="0" algn="l" defTabSz="309515" rtl="0" eaLnBrk="1" fontAlgn="auto" latinLnBrk="0" hangingPunct="1">
              <a:lnSpc>
                <a:spcPct val="100000"/>
              </a:lnSpc>
              <a:spcBef>
                <a:spcPts val="2213"/>
              </a:spcBef>
              <a:spcAft>
                <a:spcPts val="0"/>
              </a:spcAft>
              <a:buClrTx/>
              <a:buSzPct val="125000"/>
              <a:buFontTx/>
              <a:buNone/>
              <a:tabLst/>
              <a:defRPr/>
            </a:pPr>
            <a:r>
              <a:rPr lang="en-GB" dirty="0"/>
              <a:t>INSERT IMAGE</a:t>
            </a:r>
            <a:endParaRPr lang="en-US" dirty="0"/>
          </a:p>
        </p:txBody>
      </p:sp>
      <p:grpSp>
        <p:nvGrpSpPr>
          <p:cNvPr id="19" name="Group 18">
            <a:extLst>
              <a:ext uri="{FF2B5EF4-FFF2-40B4-BE49-F238E27FC236}">
                <a16:creationId xmlns:a16="http://schemas.microsoft.com/office/drawing/2014/main" id="{E883DAB2-BB1D-EE45-9E97-487B34CA0014}"/>
              </a:ext>
            </a:extLst>
          </p:cNvPr>
          <p:cNvGrpSpPr/>
          <p:nvPr userDrawn="1"/>
        </p:nvGrpSpPr>
        <p:grpSpPr>
          <a:xfrm>
            <a:off x="7913847" y="6016610"/>
            <a:ext cx="1230154" cy="842681"/>
            <a:chOff x="21558662" y="12102169"/>
            <a:chExt cx="2874602" cy="1641077"/>
          </a:xfrm>
        </p:grpSpPr>
        <p:pic>
          <p:nvPicPr>
            <p:cNvPr id="20" name="Image" descr="Image">
              <a:extLst>
                <a:ext uri="{FF2B5EF4-FFF2-40B4-BE49-F238E27FC236}">
                  <a16:creationId xmlns:a16="http://schemas.microsoft.com/office/drawing/2014/main" id="{C3687AE1-F5E0-284F-A6A1-4C087D44496B}"/>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21" name="TextBox 20">
              <a:extLst>
                <a:ext uri="{FF2B5EF4-FFF2-40B4-BE49-F238E27FC236}">
                  <a16:creationId xmlns:a16="http://schemas.microsoft.com/office/drawing/2014/main" id="{0401B3FD-6F5E-4046-A52F-49A472328940}"/>
                </a:ext>
              </a:extLst>
            </p:cNvPr>
            <p:cNvSpPr txBox="1"/>
            <p:nvPr userDrawn="1"/>
          </p:nvSpPr>
          <p:spPr>
            <a:xfrm>
              <a:off x="23376834" y="13154535"/>
              <a:ext cx="1005578" cy="407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pic>
        <p:nvPicPr>
          <p:cNvPr id="22" name="Image" descr="Image">
            <a:extLst>
              <a:ext uri="{FF2B5EF4-FFF2-40B4-BE49-F238E27FC236}">
                <a16:creationId xmlns:a16="http://schemas.microsoft.com/office/drawing/2014/main" id="{FFB7FAA2-A74D-8D4D-9F41-9FF0DD80EF10}"/>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pic>
        <p:nvPicPr>
          <p:cNvPr id="13" name="Picture 12">
            <a:extLst>
              <a:ext uri="{FF2B5EF4-FFF2-40B4-BE49-F238E27FC236}">
                <a16:creationId xmlns:a16="http://schemas.microsoft.com/office/drawing/2014/main" id="{5EC9092D-3BE2-A041-BB6B-FFED218D803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Tree>
    <p:extLst>
      <p:ext uri="{BB962C8B-B14F-4D97-AF65-F5344CB8AC3E}">
        <p14:creationId xmlns:p14="http://schemas.microsoft.com/office/powerpoint/2010/main" val="2023455655"/>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x" preserve="1">
  <p:cSld name="1960 Closure">
    <p:bg>
      <p:bgPr>
        <a:solidFill>
          <a:srgbClr val="052744"/>
        </a:solidFill>
        <a:effectLst/>
      </p:bgPr>
    </p:bg>
    <p:spTree>
      <p:nvGrpSpPr>
        <p:cNvPr id="1" name=""/>
        <p:cNvGrpSpPr/>
        <p:nvPr/>
      </p:nvGrpSpPr>
      <p:grpSpPr>
        <a:xfrm>
          <a:off x="0" y="0"/>
          <a:ext cx="0" cy="0"/>
          <a:chOff x="0" y="0"/>
          <a:chExt cx="0" cy="0"/>
        </a:xfrm>
      </p:grpSpPr>
      <p:pic>
        <p:nvPicPr>
          <p:cNvPr id="6" name="Background.pdf" descr="Background.pdf">
            <a:extLst>
              <a:ext uri="{FF2B5EF4-FFF2-40B4-BE49-F238E27FC236}">
                <a16:creationId xmlns:a16="http://schemas.microsoft.com/office/drawing/2014/main" id="{7F37F950-FD6A-5040-AF19-3F0ED187079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00" y="0"/>
            <a:ext cx="10160000" cy="6858000"/>
          </a:xfrm>
          <a:prstGeom prst="rect">
            <a:avLst/>
          </a:prstGeom>
          <a:ln w="12700">
            <a:miter lim="400000"/>
          </a:ln>
        </p:spPr>
      </p:pic>
      <p:sp>
        <p:nvSpPr>
          <p:cNvPr id="45" name="Thank you"/>
          <p:cNvSpPr txBox="1"/>
          <p:nvPr/>
        </p:nvSpPr>
        <p:spPr>
          <a:xfrm>
            <a:off x="713512" y="1642239"/>
            <a:ext cx="1798569" cy="5001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9050" tIns="19050" rIns="19050" bIns="19050" anchor="ctr">
            <a:spAutoFit/>
          </a:bodyPr>
          <a:lstStyle>
            <a:lvl1pPr algn="l">
              <a:defRPr sz="8000">
                <a:solidFill>
                  <a:srgbClr val="FFFFFF"/>
                </a:solidFill>
                <a:latin typeface="Open Sans Light"/>
                <a:ea typeface="Open Sans Light"/>
                <a:cs typeface="Open Sans Light"/>
                <a:sym typeface="Open Sans Light"/>
              </a:defRPr>
            </a:lvl1pPr>
          </a:lstStyle>
          <a:p>
            <a:r>
              <a:rPr sz="3000" dirty="0">
                <a:latin typeface="Trebuchet MS" panose="020B0703020202090204" pitchFamily="34" charset="0"/>
              </a:rPr>
              <a:t>Thank you</a:t>
            </a:r>
          </a:p>
        </p:txBody>
      </p:sp>
      <p:pic>
        <p:nvPicPr>
          <p:cNvPr id="12" name="Image" descr="Image">
            <a:extLst>
              <a:ext uri="{FF2B5EF4-FFF2-40B4-BE49-F238E27FC236}">
                <a16:creationId xmlns:a16="http://schemas.microsoft.com/office/drawing/2014/main" id="{36012AAF-551B-4346-AE94-0A68CFD7A37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88798" y="6040275"/>
            <a:ext cx="787775" cy="522826"/>
          </a:xfrm>
          <a:prstGeom prst="rect">
            <a:avLst/>
          </a:prstGeom>
          <a:ln w="12700">
            <a:miter lim="400000"/>
          </a:ln>
        </p:spPr>
      </p:pic>
      <p:pic>
        <p:nvPicPr>
          <p:cNvPr id="8" name="Picture 7">
            <a:extLst>
              <a:ext uri="{FF2B5EF4-FFF2-40B4-BE49-F238E27FC236}">
                <a16:creationId xmlns:a16="http://schemas.microsoft.com/office/drawing/2014/main" id="{992E987A-5B36-0B4F-A985-9EDBAE55511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281950" y="535100"/>
            <a:ext cx="2347314" cy="2816777"/>
          </a:xfrm>
          <a:prstGeom prst="rect">
            <a:avLst/>
          </a:prstGeom>
        </p:spPr>
      </p:pic>
    </p:spTree>
    <p:extLst>
      <p:ext uri="{BB962C8B-B14F-4D97-AF65-F5344CB8AC3E}">
        <p14:creationId xmlns:p14="http://schemas.microsoft.com/office/powerpoint/2010/main" val="584810635"/>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
        <p:nvSpPr>
          <p:cNvPr id="27" name="Rectangle"/>
          <p:cNvSpPr/>
          <p:nvPr/>
        </p:nvSpPr>
        <p:spPr>
          <a:xfrm>
            <a:off x="-1" y="0"/>
            <a:ext cx="187795" cy="843473"/>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3" y="915193"/>
            <a:ext cx="7551774" cy="719885"/>
          </a:xfrm>
          <a:prstGeom prst="rect">
            <a:avLst/>
          </a:prstGeom>
        </p:spPr>
        <p:txBody>
          <a:bodyPr>
            <a:normAutofit/>
          </a:bodyPr>
          <a:lstStyle>
            <a:lvl1pPr marL="0" indent="0">
              <a:buNone/>
              <a:defRPr sz="1000">
                <a:latin typeface="+mn-lt"/>
              </a:defRPr>
            </a:lvl1pPr>
          </a:lstStyle>
          <a:p>
            <a:pPr lvl="0"/>
            <a:r>
              <a:rPr lang="en-US"/>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3"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5" y="425583"/>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a:t>Add Title with Important Words in Capital, Trebuchet 20pt.</a:t>
            </a:r>
            <a:endParaRPr/>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a:fillRect/>
          </a:stretch>
        </p:blipFill>
        <p:spPr>
          <a:xfrm rot="10800000" flipH="1">
            <a:off x="8138160" y="-19095"/>
            <a:ext cx="1005840" cy="702944"/>
          </a:xfrm>
          <a:prstGeom prst="rect">
            <a:avLst/>
          </a:prstGeom>
          <a:ln w="12700">
            <a:miter lim="400000"/>
          </a:ln>
        </p:spPr>
      </p:pic>
      <p:pic>
        <p:nvPicPr>
          <p:cNvPr id="12" name="Image" descr="Image">
            <a:extLst>
              <a:ext uri="{FF2B5EF4-FFF2-40B4-BE49-F238E27FC236}">
                <a16:creationId xmlns:a16="http://schemas.microsoft.com/office/drawing/2014/main" id="{A0B224CE-B66B-F146-8CF0-851D54D584E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79043" y="325147"/>
            <a:ext cx="954664" cy="739310"/>
          </a:xfrm>
          <a:prstGeom prst="rect">
            <a:avLst/>
          </a:prstGeom>
          <a:ln w="12700">
            <a:miter lim="400000"/>
          </a:ln>
        </p:spPr>
      </p:pic>
      <p:grpSp>
        <p:nvGrpSpPr>
          <p:cNvPr id="13" name="Group 12">
            <a:extLst>
              <a:ext uri="{FF2B5EF4-FFF2-40B4-BE49-F238E27FC236}">
                <a16:creationId xmlns:a16="http://schemas.microsoft.com/office/drawing/2014/main" id="{CE2E621B-52A0-A54A-8F39-33FD7FE131D2}"/>
              </a:ext>
            </a:extLst>
          </p:cNvPr>
          <p:cNvGrpSpPr/>
          <p:nvPr userDrawn="1"/>
        </p:nvGrpSpPr>
        <p:grpSpPr>
          <a:xfrm>
            <a:off x="7800447" y="6079277"/>
            <a:ext cx="1343554" cy="778723"/>
            <a:chOff x="21558662" y="12102169"/>
            <a:chExt cx="2874602" cy="1641077"/>
          </a:xfrm>
        </p:grpSpPr>
        <p:pic>
          <p:nvPicPr>
            <p:cNvPr id="14" name="Image" descr="Image">
              <a:extLst>
                <a:ext uri="{FF2B5EF4-FFF2-40B4-BE49-F238E27FC236}">
                  <a16:creationId xmlns:a16="http://schemas.microsoft.com/office/drawing/2014/main" id="{DABF6F1A-4469-DD4F-82AD-C790CEB414ED}"/>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15" name="TextBox 14">
              <a:extLst>
                <a:ext uri="{FF2B5EF4-FFF2-40B4-BE49-F238E27FC236}">
                  <a16:creationId xmlns:a16="http://schemas.microsoft.com/office/drawing/2014/main" id="{1D4ED21B-3508-204A-BF67-54D8C511EBE5}"/>
                </a:ext>
              </a:extLst>
            </p:cNvPr>
            <p:cNvSpPr txBox="1"/>
            <p:nvPr userDrawn="1"/>
          </p:nvSpPr>
          <p:spPr>
            <a:xfrm>
              <a:off x="23376834" y="13154535"/>
              <a:ext cx="1005578" cy="407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rtlCol="0" anchor="ctr">
              <a:normAutofit fontScale="400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spTree>
    <p:extLst>
      <p:ext uri="{BB962C8B-B14F-4D97-AF65-F5344CB8AC3E}">
        <p14:creationId xmlns:p14="http://schemas.microsoft.com/office/powerpoint/2010/main" val="4010739531"/>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pic>
        <p:nvPicPr>
          <p:cNvPr id="17" name="Image" descr="Image">
            <a:extLst>
              <a:ext uri="{FF2B5EF4-FFF2-40B4-BE49-F238E27FC236}">
                <a16:creationId xmlns:a16="http://schemas.microsoft.com/office/drawing/2014/main" id="{6DE08D85-47CA-43A6-BFD4-DD98CB8E227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8085024" y="6041146"/>
            <a:ext cx="1078046" cy="820539"/>
          </a:xfrm>
          <a:prstGeom prst="rect">
            <a:avLst/>
          </a:prstGeom>
          <a:ln w="12700">
            <a:miter lim="400000"/>
          </a:ln>
        </p:spPr>
      </p:pic>
      <p:pic>
        <p:nvPicPr>
          <p:cNvPr id="16" name="Image" descr="Image">
            <a:extLst>
              <a:ext uri="{FF2B5EF4-FFF2-40B4-BE49-F238E27FC236}">
                <a16:creationId xmlns:a16="http://schemas.microsoft.com/office/drawing/2014/main" id="{3C0FB0B1-96A4-41EE-A99C-C059EDA04BE7}"/>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a:fillRect/>
          </a:stretch>
        </p:blipFill>
        <p:spPr>
          <a:xfrm rot="10800000" flipH="1">
            <a:off x="8080262" y="-23105"/>
            <a:ext cx="1078046" cy="820539"/>
          </a:xfrm>
          <a:prstGeom prst="rect">
            <a:avLst/>
          </a:prstGeom>
          <a:ln w="12700">
            <a:miter lim="400000"/>
          </a:ln>
        </p:spPr>
      </p:pic>
      <p:sp>
        <p:nvSpPr>
          <p:cNvPr id="23" name="Title Text"/>
          <p:cNvSpPr txBox="1">
            <a:spLocks noGrp="1"/>
          </p:cNvSpPr>
          <p:nvPr>
            <p:ph type="title" hasCustomPrompt="1"/>
          </p:nvPr>
        </p:nvSpPr>
        <p:spPr>
          <a:xfrm>
            <a:off x="243639" y="212302"/>
            <a:ext cx="7277798" cy="597376"/>
          </a:xfrm>
          <a:prstGeom prst="rect">
            <a:avLst/>
          </a:prstGeom>
        </p:spPr>
        <p:txBody>
          <a:bodyPr anchor="t">
            <a:normAutofit/>
          </a:bodyPr>
          <a:lstStyle>
            <a:lvl1pPr algn="l">
              <a:defRPr sz="1688">
                <a:latin typeface="Open Sans Bold"/>
                <a:ea typeface="Open Sans Bold"/>
                <a:cs typeface="Open Sans Bold"/>
                <a:sym typeface="Open Sans Bold"/>
              </a:defRPr>
            </a:lvl1pPr>
          </a:lstStyle>
          <a:p>
            <a:r>
              <a:rPr dirty="0"/>
              <a:t>Title Text</a:t>
            </a:r>
            <a:br>
              <a:rPr lang="en-US" dirty="0"/>
            </a:br>
            <a:endParaRPr dirty="0"/>
          </a:p>
        </p:txBody>
      </p:sp>
      <p:sp>
        <p:nvSpPr>
          <p:cNvPr id="24" name="Body Level One…"/>
          <p:cNvSpPr txBox="1">
            <a:spLocks noGrp="1"/>
          </p:cNvSpPr>
          <p:nvPr>
            <p:ph type="body" sz="half" idx="1"/>
          </p:nvPr>
        </p:nvSpPr>
        <p:spPr>
          <a:xfrm>
            <a:off x="243640" y="1433721"/>
            <a:ext cx="6097860" cy="3277841"/>
          </a:xfrm>
          <a:prstGeom prst="rect">
            <a:avLst/>
          </a:prstGeom>
        </p:spPr>
        <p:txBody>
          <a:bodyPr anchor="t"/>
          <a:lstStyle>
            <a:lvl1pPr marL="0" indent="0">
              <a:lnSpc>
                <a:spcPts val="2062"/>
              </a:lnSpc>
              <a:spcBef>
                <a:spcPts val="0"/>
              </a:spcBef>
              <a:buSzTx/>
              <a:buNone/>
              <a:defRPr sz="1500">
                <a:latin typeface="Open Sans Regular"/>
                <a:ea typeface="Open Sans Regular"/>
                <a:cs typeface="Open Sans Regular"/>
                <a:sym typeface="Open Sans Regular"/>
              </a:defRPr>
            </a:lvl1pPr>
            <a:lvl2pPr marL="0" indent="0">
              <a:lnSpc>
                <a:spcPts val="2062"/>
              </a:lnSpc>
              <a:spcBef>
                <a:spcPts val="0"/>
              </a:spcBef>
              <a:buSzTx/>
              <a:buNone/>
              <a:defRPr sz="1500">
                <a:latin typeface="Open Sans Regular"/>
                <a:ea typeface="Open Sans Regular"/>
                <a:cs typeface="Open Sans Regular"/>
                <a:sym typeface="Open Sans Regular"/>
              </a:defRPr>
            </a:lvl2pPr>
            <a:lvl3pPr marL="0" indent="0">
              <a:lnSpc>
                <a:spcPts val="2062"/>
              </a:lnSpc>
              <a:spcBef>
                <a:spcPts val="0"/>
              </a:spcBef>
              <a:buSzTx/>
              <a:buNone/>
              <a:defRPr sz="1500">
                <a:latin typeface="Open Sans Regular"/>
                <a:ea typeface="Open Sans Regular"/>
                <a:cs typeface="Open Sans Regular"/>
                <a:sym typeface="Open Sans Regular"/>
              </a:defRPr>
            </a:lvl3pPr>
            <a:lvl4pPr marL="0" indent="0">
              <a:lnSpc>
                <a:spcPts val="2062"/>
              </a:lnSpc>
              <a:spcBef>
                <a:spcPts val="0"/>
              </a:spcBef>
              <a:buSzTx/>
              <a:buNone/>
              <a:defRPr sz="1500">
                <a:latin typeface="Open Sans Regular"/>
                <a:ea typeface="Open Sans Regular"/>
                <a:cs typeface="Open Sans Regular"/>
                <a:sym typeface="Open Sans Regular"/>
              </a:defRPr>
            </a:lvl4pPr>
            <a:lvl5pPr marL="0" indent="0">
              <a:lnSpc>
                <a:spcPts val="2062"/>
              </a:lnSpc>
              <a:spcBef>
                <a:spcPts val="0"/>
              </a:spcBef>
              <a:buSzTx/>
              <a:buNone/>
              <a:defRPr sz="1500">
                <a:latin typeface="Open Sans Regular"/>
                <a:ea typeface="Open Sans Regular"/>
                <a:cs typeface="Open Sans Regular"/>
                <a:sym typeface="Open Sans Regular"/>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6" name="Slide Number"/>
          <p:cNvSpPr txBox="1">
            <a:spLocks noGrp="1"/>
          </p:cNvSpPr>
          <p:nvPr>
            <p:ph type="sldNum" sz="quarter" idx="2"/>
          </p:nvPr>
        </p:nvSpPr>
        <p:spPr>
          <a:xfrm>
            <a:off x="8782086" y="6466078"/>
            <a:ext cx="226856" cy="255105"/>
          </a:xfrm>
          <a:prstGeom prst="rect">
            <a:avLst/>
          </a:prstGeom>
        </p:spPr>
        <p:txBody>
          <a:bodyPr anchor="ctr"/>
          <a:lstStyle>
            <a:lvl1pPr>
              <a:defRPr sz="750">
                <a:solidFill>
                  <a:schemeClr val="bg1"/>
                </a:solidFill>
                <a:latin typeface="Open Sans Regular"/>
                <a:ea typeface="Open Sans Regular"/>
                <a:cs typeface="Open Sans Regular"/>
                <a:sym typeface="Open Sans Regular"/>
              </a:defRPr>
            </a:lvl1pPr>
          </a:lstStyle>
          <a:p>
            <a:fld id="{61667476-ECB3-D740-B621-506F12AC9539}" type="slidenum">
              <a:rPr lang="en-GB" smtClean="0"/>
              <a:pPr/>
              <a:t>‹#›</a:t>
            </a:fld>
            <a:endParaRPr lang="en-GB" dirty="0"/>
          </a:p>
        </p:txBody>
      </p:sp>
      <p:sp>
        <p:nvSpPr>
          <p:cNvPr id="10" name="Rectangle">
            <a:extLst>
              <a:ext uri="{FF2B5EF4-FFF2-40B4-BE49-F238E27FC236}">
                <a16:creationId xmlns:a16="http://schemas.microsoft.com/office/drawing/2014/main" id="{4A3F7ACF-4BDB-446F-A2BB-A4D480320601}"/>
              </a:ext>
            </a:extLst>
          </p:cNvPr>
          <p:cNvSpPr/>
          <p:nvPr userDrawn="1"/>
        </p:nvSpPr>
        <p:spPr>
          <a:xfrm>
            <a:off x="-13966" y="-23106"/>
            <a:ext cx="163786" cy="1014783"/>
          </a:xfrm>
          <a:prstGeom prst="rect">
            <a:avLst/>
          </a:prstGeom>
          <a:solidFill>
            <a:srgbClr val="013C78"/>
          </a:solidFill>
          <a:ln w="12700">
            <a:miter lim="400000"/>
          </a:ln>
        </p:spPr>
        <p:txBody>
          <a:bodyPr lIns="0" tIns="0" rIns="0" bIns="0" anchor="ctr"/>
          <a:lstStyle/>
          <a:p>
            <a:endParaRPr sz="675" dirty="0"/>
          </a:p>
        </p:txBody>
      </p:sp>
    </p:spTree>
    <p:extLst>
      <p:ext uri="{BB962C8B-B14F-4D97-AF65-F5344CB8AC3E}">
        <p14:creationId xmlns:p14="http://schemas.microsoft.com/office/powerpoint/2010/main" val="4022564722"/>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14" name="Title Text"/>
          <p:cNvSpPr txBox="1">
            <a:spLocks noGrp="1"/>
          </p:cNvSpPr>
          <p:nvPr>
            <p:ph type="title" hasCustomPrompt="1"/>
          </p:nvPr>
        </p:nvSpPr>
        <p:spPr>
          <a:xfrm>
            <a:off x="742951" y="2803357"/>
            <a:ext cx="6882063" cy="2614186"/>
          </a:xfrm>
          <a:prstGeom prst="rect">
            <a:avLst/>
          </a:prstGeom>
        </p:spPr>
        <p:txBody>
          <a:bodyPr anchor="ctr"/>
          <a:lstStyle>
            <a:lvl1pPr>
              <a:defRPr sz="2700" b="0" i="0">
                <a:latin typeface="Trebuchet MS" panose="020B0703020202090204" pitchFamily="34" charset="0"/>
                <a:ea typeface="Open Sans" panose="020B0606030504020204" pitchFamily="34" charset="0"/>
                <a:cs typeface="Open Sans" panose="020B0606030504020204" pitchFamily="34" charset="0"/>
              </a:defRPr>
            </a:lvl1pPr>
          </a:lstStyle>
          <a:p>
            <a:r>
              <a:rPr dirty="0"/>
              <a:t>Title Text</a:t>
            </a:r>
          </a:p>
        </p:txBody>
      </p:sp>
      <p:sp>
        <p:nvSpPr>
          <p:cNvPr id="7" name="Text Placeholder 2">
            <a:extLst>
              <a:ext uri="{FF2B5EF4-FFF2-40B4-BE49-F238E27FC236}">
                <a16:creationId xmlns:a16="http://schemas.microsoft.com/office/drawing/2014/main" id="{1C77C7DA-3A50-874E-90DF-46E99B3E65D4}"/>
              </a:ext>
            </a:extLst>
          </p:cNvPr>
          <p:cNvSpPr>
            <a:spLocks noGrp="1"/>
          </p:cNvSpPr>
          <p:nvPr>
            <p:ph type="body" sz="quarter" idx="11" hasCustomPrompt="1"/>
          </p:nvPr>
        </p:nvSpPr>
        <p:spPr>
          <a:xfrm>
            <a:off x="742952" y="5607050"/>
            <a:ext cx="3528647" cy="636588"/>
          </a:xfrm>
          <a:prstGeom prst="rect">
            <a:avLst/>
          </a:prstGeom>
        </p:spPr>
        <p:txBody>
          <a:bodyPr/>
          <a:lstStyle>
            <a:lvl1pPr marL="0" indent="0">
              <a:buNone/>
              <a:defRPr sz="1215">
                <a:solidFill>
                  <a:schemeClr val="bg1"/>
                </a:solidFill>
                <a:latin typeface="+mn-lt"/>
              </a:defRPr>
            </a:lvl1pPr>
          </a:lstStyle>
          <a:p>
            <a:pPr lvl="0"/>
            <a:r>
              <a:rPr lang="en-US" sz="1215" dirty="0">
                <a:latin typeface="+mn-lt"/>
              </a:rPr>
              <a:t>01 June 2020 (Change date)</a:t>
            </a:r>
            <a:endParaRPr lang="en-US" dirty="0"/>
          </a:p>
        </p:txBody>
      </p:sp>
      <p:sp>
        <p:nvSpPr>
          <p:cNvPr id="2" name="TextBox 1">
            <a:extLst>
              <a:ext uri="{FF2B5EF4-FFF2-40B4-BE49-F238E27FC236}">
                <a16:creationId xmlns:a16="http://schemas.microsoft.com/office/drawing/2014/main" id="{BDC0CE3B-87B9-B749-8F09-21B7391A3198}"/>
              </a:ext>
            </a:extLst>
          </p:cNvPr>
          <p:cNvSpPr txBox="1"/>
          <p:nvPr userDrawn="1"/>
        </p:nvSpPr>
        <p:spPr>
          <a:xfrm rot="2931761">
            <a:off x="7410734" y="1981655"/>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20" tIns="45720" rIns="45720" bIns="45720" rtlCol="0" anchor="ctr">
            <a:normAutofit fontScale="25000" lnSpcReduction="20000"/>
          </a:bodyPr>
          <a:lstStyle/>
          <a:p>
            <a:pPr algn="l"/>
            <a:endParaRPr lang="en-US" sz="2700" b="0" dirty="0">
              <a:latin typeface="Open Sans SemiBold"/>
              <a:ea typeface="Open Sans SemiBold"/>
              <a:cs typeface="Open Sans SemiBold"/>
              <a:sym typeface="Open Sans SemiBold"/>
            </a:endParaRPr>
          </a:p>
        </p:txBody>
      </p:sp>
    </p:spTree>
    <p:extLst>
      <p:ext uri="{BB962C8B-B14F-4D97-AF65-F5344CB8AC3E}">
        <p14:creationId xmlns:p14="http://schemas.microsoft.com/office/powerpoint/2010/main" val="3721715800"/>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08"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9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08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2"/>
            <a:ext cx="7551773" cy="417894"/>
          </a:xfrm>
          <a:prstGeom prst="rect">
            <a:avLst/>
          </a:prstGeom>
        </p:spPr>
        <p:txBody>
          <a:bodyPr anchor="b">
            <a:normAutofit/>
          </a:bodyPr>
          <a:lstStyle>
            <a:lvl1pPr>
              <a:defRPr sz="18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a:blip r:embed="rId2">
            <a:alphaModFix amt="10000"/>
          </a:blip>
          <a:srcRect l="32082" t="5131" r="17030" b="32916"/>
          <a:stretch>
            <a:fillRect/>
          </a:stretch>
        </p:blipFill>
        <p:spPr>
          <a:xfrm rot="10800000" flipH="1">
            <a:off x="7934172" y="-158829"/>
            <a:ext cx="1230153" cy="842681"/>
          </a:xfrm>
          <a:prstGeom prst="rect">
            <a:avLst/>
          </a:prstGeom>
          <a:ln w="12700">
            <a:miter lim="400000"/>
          </a:ln>
        </p:spPr>
      </p:pic>
      <p:pic>
        <p:nvPicPr>
          <p:cNvPr id="12" name="Image" descr="Image">
            <a:extLst>
              <a:ext uri="{FF2B5EF4-FFF2-40B4-BE49-F238E27FC236}">
                <a16:creationId xmlns:a16="http://schemas.microsoft.com/office/drawing/2014/main" id="{A0B224CE-B66B-F146-8CF0-851D54D584E8}"/>
              </a:ext>
            </a:extLst>
          </p:cNvPr>
          <p:cNvPicPr>
            <a:picLocks noChangeAspect="1"/>
          </p:cNvPicPr>
          <p:nvPr userDrawn="1"/>
        </p:nvPicPr>
        <p:blipFill>
          <a:blip r:embed="rId3"/>
          <a:stretch>
            <a:fillRect/>
          </a:stretch>
        </p:blipFill>
        <p:spPr>
          <a:xfrm>
            <a:off x="7979042" y="325147"/>
            <a:ext cx="954664" cy="739310"/>
          </a:xfrm>
          <a:prstGeom prst="rect">
            <a:avLst/>
          </a:prstGeom>
          <a:ln w="12700">
            <a:miter lim="400000"/>
          </a:ln>
        </p:spPr>
      </p:pic>
      <p:grpSp>
        <p:nvGrpSpPr>
          <p:cNvPr id="13" name="Group 12">
            <a:extLst>
              <a:ext uri="{FF2B5EF4-FFF2-40B4-BE49-F238E27FC236}">
                <a16:creationId xmlns:a16="http://schemas.microsoft.com/office/drawing/2014/main" id="{CE2E621B-52A0-A54A-8F39-33FD7FE131D2}"/>
              </a:ext>
            </a:extLst>
          </p:cNvPr>
          <p:cNvGrpSpPr/>
          <p:nvPr userDrawn="1"/>
        </p:nvGrpSpPr>
        <p:grpSpPr>
          <a:xfrm>
            <a:off x="7939606" y="6079277"/>
            <a:ext cx="1230153" cy="842681"/>
            <a:chOff x="21558662" y="12102169"/>
            <a:chExt cx="2874602" cy="1641077"/>
          </a:xfrm>
        </p:grpSpPr>
        <p:pic>
          <p:nvPicPr>
            <p:cNvPr id="14" name="Image" descr="Image">
              <a:extLst>
                <a:ext uri="{FF2B5EF4-FFF2-40B4-BE49-F238E27FC236}">
                  <a16:creationId xmlns:a16="http://schemas.microsoft.com/office/drawing/2014/main" id="{DABF6F1A-4469-DD4F-82AD-C790CEB414ED}"/>
                </a:ext>
              </a:extLst>
            </p:cNvPr>
            <p:cNvPicPr>
              <a:picLocks noChangeAspect="1"/>
            </p:cNvPicPr>
            <p:nvPr/>
          </p:nvPicPr>
          <p:blipFill>
            <a:blip r:embed="rId2"/>
            <a:srcRect l="32082" t="5131" r="17030" b="32916"/>
            <a:stretch>
              <a:fillRect/>
            </a:stretch>
          </p:blipFill>
          <p:spPr>
            <a:xfrm>
              <a:off x="21558662" y="12102169"/>
              <a:ext cx="2874602" cy="1641077"/>
            </a:xfrm>
            <a:prstGeom prst="rect">
              <a:avLst/>
            </a:prstGeom>
            <a:ln w="12700">
              <a:miter lim="400000"/>
            </a:ln>
          </p:spPr>
        </p:pic>
        <p:sp>
          <p:nvSpPr>
            <p:cNvPr id="15" name="TextBox 14">
              <a:extLst>
                <a:ext uri="{FF2B5EF4-FFF2-40B4-BE49-F238E27FC236}">
                  <a16:creationId xmlns:a16="http://schemas.microsoft.com/office/drawing/2014/main" id="{1D4ED21B-3508-204A-BF67-54D8C511EBE5}"/>
                </a:ext>
              </a:extLst>
            </p:cNvPr>
            <p:cNvSpPr txBox="1"/>
            <p:nvPr userDrawn="1"/>
          </p:nvSpPr>
          <p:spPr>
            <a:xfrm>
              <a:off x="23376834" y="13154535"/>
              <a:ext cx="1005578" cy="4073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fontScale="55000" lnSpcReduction="20000"/>
            </a:bodyPr>
            <a:lstStyle/>
            <a:p>
              <a:pPr algn="ctr"/>
              <a:fld id="{C2766685-5381-3D48-B648-1084E70845D6}" type="slidenum">
                <a:rPr lang="en-GB" sz="1440" smtClean="0">
                  <a:solidFill>
                    <a:schemeClr val="bg1"/>
                  </a:solidFill>
                </a:rPr>
                <a:t>‹#›</a:t>
              </a:fld>
              <a:endParaRPr lang="en-US" sz="1440" b="0" dirty="0">
                <a:solidFill>
                  <a:schemeClr val="bg1"/>
                </a:solidFill>
                <a:latin typeface="Open Sans SemiBold"/>
                <a:ea typeface="Open Sans SemiBold"/>
                <a:cs typeface="Open Sans SemiBold"/>
                <a:sym typeface="Open Sans SemiBold"/>
              </a:endParaRPr>
            </a:p>
          </p:txBody>
        </p:sp>
      </p:grpSp>
    </p:spTree>
    <p:extLst>
      <p:ext uri="{BB962C8B-B14F-4D97-AF65-F5344CB8AC3E}">
        <p14:creationId xmlns:p14="http://schemas.microsoft.com/office/powerpoint/2010/main" val="2011939835"/>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2 colomn">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08"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9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08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2"/>
            <a:ext cx="7551773" cy="417894"/>
          </a:xfrm>
          <a:prstGeom prst="rect">
            <a:avLst/>
          </a:prstGeom>
        </p:spPr>
        <p:txBody>
          <a:bodyPr anchor="b">
            <a:normAutofit/>
          </a:bodyPr>
          <a:lstStyle>
            <a:lvl1pPr>
              <a:defRPr sz="18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a:blip r:embed="rId2">
            <a:alphaModFix amt="10000"/>
          </a:blip>
          <a:srcRect l="32082" t="5131" r="17030" b="32916"/>
          <a:stretch>
            <a:fillRect/>
          </a:stretch>
        </p:blipFill>
        <p:spPr>
          <a:xfrm rot="10800000" flipH="1">
            <a:off x="7934172" y="-158829"/>
            <a:ext cx="1230153" cy="842681"/>
          </a:xfrm>
          <a:prstGeom prst="rect">
            <a:avLst/>
          </a:prstGeom>
          <a:ln w="12700">
            <a:miter lim="400000"/>
          </a:ln>
        </p:spPr>
      </p:pic>
      <p:pic>
        <p:nvPicPr>
          <p:cNvPr id="12" name="Image" descr="Image">
            <a:extLst>
              <a:ext uri="{FF2B5EF4-FFF2-40B4-BE49-F238E27FC236}">
                <a16:creationId xmlns:a16="http://schemas.microsoft.com/office/drawing/2014/main" id="{A0B224CE-B66B-F146-8CF0-851D54D584E8}"/>
              </a:ext>
            </a:extLst>
          </p:cNvPr>
          <p:cNvPicPr>
            <a:picLocks noChangeAspect="1"/>
          </p:cNvPicPr>
          <p:nvPr userDrawn="1"/>
        </p:nvPicPr>
        <p:blipFill>
          <a:blip r:embed="rId3"/>
          <a:stretch>
            <a:fillRect/>
          </a:stretch>
        </p:blipFill>
        <p:spPr>
          <a:xfrm>
            <a:off x="7979042" y="325147"/>
            <a:ext cx="954664" cy="739310"/>
          </a:xfrm>
          <a:prstGeom prst="rect">
            <a:avLst/>
          </a:prstGeom>
          <a:ln w="12700">
            <a:miter lim="400000"/>
          </a:ln>
        </p:spPr>
      </p:pic>
      <p:grpSp>
        <p:nvGrpSpPr>
          <p:cNvPr id="13" name="Group 12">
            <a:extLst>
              <a:ext uri="{FF2B5EF4-FFF2-40B4-BE49-F238E27FC236}">
                <a16:creationId xmlns:a16="http://schemas.microsoft.com/office/drawing/2014/main" id="{CE2E621B-52A0-A54A-8F39-33FD7FE131D2}"/>
              </a:ext>
            </a:extLst>
          </p:cNvPr>
          <p:cNvGrpSpPr/>
          <p:nvPr userDrawn="1"/>
        </p:nvGrpSpPr>
        <p:grpSpPr>
          <a:xfrm>
            <a:off x="7939606" y="6079277"/>
            <a:ext cx="1230153" cy="842681"/>
            <a:chOff x="21558662" y="12102169"/>
            <a:chExt cx="2874602" cy="1641077"/>
          </a:xfrm>
        </p:grpSpPr>
        <p:pic>
          <p:nvPicPr>
            <p:cNvPr id="14" name="Image" descr="Image">
              <a:extLst>
                <a:ext uri="{FF2B5EF4-FFF2-40B4-BE49-F238E27FC236}">
                  <a16:creationId xmlns:a16="http://schemas.microsoft.com/office/drawing/2014/main" id="{DABF6F1A-4469-DD4F-82AD-C790CEB414ED}"/>
                </a:ext>
              </a:extLst>
            </p:cNvPr>
            <p:cNvPicPr>
              <a:picLocks noChangeAspect="1"/>
            </p:cNvPicPr>
            <p:nvPr/>
          </p:nvPicPr>
          <p:blipFill>
            <a:blip r:embed="rId2"/>
            <a:srcRect l="32082" t="5131" r="17030" b="32916"/>
            <a:stretch>
              <a:fillRect/>
            </a:stretch>
          </p:blipFill>
          <p:spPr>
            <a:xfrm>
              <a:off x="21558662" y="12102169"/>
              <a:ext cx="2874602" cy="1641077"/>
            </a:xfrm>
            <a:prstGeom prst="rect">
              <a:avLst/>
            </a:prstGeom>
            <a:ln w="12700">
              <a:miter lim="400000"/>
            </a:ln>
          </p:spPr>
        </p:pic>
        <p:sp>
          <p:nvSpPr>
            <p:cNvPr id="15" name="TextBox 14">
              <a:extLst>
                <a:ext uri="{FF2B5EF4-FFF2-40B4-BE49-F238E27FC236}">
                  <a16:creationId xmlns:a16="http://schemas.microsoft.com/office/drawing/2014/main" id="{1D4ED21B-3508-204A-BF67-54D8C511EBE5}"/>
                </a:ext>
              </a:extLst>
            </p:cNvPr>
            <p:cNvSpPr txBox="1"/>
            <p:nvPr userDrawn="1"/>
          </p:nvSpPr>
          <p:spPr>
            <a:xfrm>
              <a:off x="23376834" y="13154535"/>
              <a:ext cx="1005578" cy="4073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fontScale="55000" lnSpcReduction="20000"/>
            </a:bodyPr>
            <a:lstStyle/>
            <a:p>
              <a:pPr algn="ctr"/>
              <a:fld id="{C2766685-5381-3D48-B648-1084E70845D6}" type="slidenum">
                <a:rPr lang="en-GB" sz="1440" smtClean="0">
                  <a:solidFill>
                    <a:schemeClr val="bg1"/>
                  </a:solidFill>
                </a:rPr>
                <a:t>‹#›</a:t>
              </a:fld>
              <a:endParaRPr lang="en-US" sz="1440" b="0" dirty="0">
                <a:solidFill>
                  <a:schemeClr val="bg1"/>
                </a:solidFill>
                <a:latin typeface="Open Sans SemiBold"/>
                <a:ea typeface="Open Sans SemiBold"/>
                <a:cs typeface="Open Sans SemiBold"/>
                <a:sym typeface="Open Sans SemiBold"/>
              </a:endParaRPr>
            </a:p>
          </p:txBody>
        </p:sp>
      </p:grpSp>
      <p:sp>
        <p:nvSpPr>
          <p:cNvPr id="18" name="Text Placeholder 2">
            <a:extLst>
              <a:ext uri="{FF2B5EF4-FFF2-40B4-BE49-F238E27FC236}">
                <a16:creationId xmlns:a16="http://schemas.microsoft.com/office/drawing/2014/main" id="{75700DFF-14F1-2E4C-8952-B5857EBADEA6}"/>
              </a:ext>
            </a:extLst>
          </p:cNvPr>
          <p:cNvSpPr>
            <a:spLocks noGrp="1"/>
          </p:cNvSpPr>
          <p:nvPr>
            <p:ph type="body" sz="quarter" idx="18" hasCustomPrompt="1"/>
          </p:nvPr>
        </p:nvSpPr>
        <p:spPr>
          <a:xfrm>
            <a:off x="613213" y="1990724"/>
            <a:ext cx="7871734" cy="3857626"/>
          </a:xfrm>
          <a:prstGeom prst="rect">
            <a:avLst/>
          </a:prstGeom>
        </p:spPr>
        <p:txBody>
          <a:bodyPr numCol="2" spcCol="180000">
            <a:normAutofit/>
          </a:bodyPr>
          <a:lstStyle>
            <a:lvl1pPr marL="0" indent="0">
              <a:buNone/>
              <a:defRPr sz="9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Extra explanatory text, Open Sans Regular 25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a:t>
            </a:r>
          </a:p>
        </p:txBody>
      </p:sp>
    </p:spTree>
    <p:extLst>
      <p:ext uri="{BB962C8B-B14F-4D97-AF65-F5344CB8AC3E}">
        <p14:creationId xmlns:p14="http://schemas.microsoft.com/office/powerpoint/2010/main" val="1081970230"/>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ext + image">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08"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9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08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2"/>
            <a:ext cx="7551773" cy="417894"/>
          </a:xfrm>
          <a:prstGeom prst="rect">
            <a:avLst/>
          </a:prstGeom>
        </p:spPr>
        <p:txBody>
          <a:bodyPr anchor="b">
            <a:normAutofit/>
          </a:bodyPr>
          <a:lstStyle>
            <a:lvl1pPr>
              <a:defRPr sz="18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a:blip r:embed="rId2">
            <a:alphaModFix amt="10000"/>
          </a:blip>
          <a:srcRect l="32082" t="5131" r="17030" b="32916"/>
          <a:stretch>
            <a:fillRect/>
          </a:stretch>
        </p:blipFill>
        <p:spPr>
          <a:xfrm rot="10800000" flipH="1">
            <a:off x="7934172" y="-158829"/>
            <a:ext cx="1230153" cy="842681"/>
          </a:xfrm>
          <a:prstGeom prst="rect">
            <a:avLst/>
          </a:prstGeom>
          <a:ln w="12700">
            <a:miter lim="400000"/>
          </a:ln>
        </p:spPr>
      </p:pic>
      <p:pic>
        <p:nvPicPr>
          <p:cNvPr id="12" name="Image" descr="Image">
            <a:extLst>
              <a:ext uri="{FF2B5EF4-FFF2-40B4-BE49-F238E27FC236}">
                <a16:creationId xmlns:a16="http://schemas.microsoft.com/office/drawing/2014/main" id="{A0B224CE-B66B-F146-8CF0-851D54D584E8}"/>
              </a:ext>
            </a:extLst>
          </p:cNvPr>
          <p:cNvPicPr>
            <a:picLocks noChangeAspect="1"/>
          </p:cNvPicPr>
          <p:nvPr userDrawn="1"/>
        </p:nvPicPr>
        <p:blipFill>
          <a:blip r:embed="rId3"/>
          <a:stretch>
            <a:fillRect/>
          </a:stretch>
        </p:blipFill>
        <p:spPr>
          <a:xfrm>
            <a:off x="7979042" y="325147"/>
            <a:ext cx="954664" cy="739310"/>
          </a:xfrm>
          <a:prstGeom prst="rect">
            <a:avLst/>
          </a:prstGeom>
          <a:ln w="12700">
            <a:miter lim="400000"/>
          </a:ln>
        </p:spPr>
      </p:pic>
      <p:grpSp>
        <p:nvGrpSpPr>
          <p:cNvPr id="13" name="Group 12">
            <a:extLst>
              <a:ext uri="{FF2B5EF4-FFF2-40B4-BE49-F238E27FC236}">
                <a16:creationId xmlns:a16="http://schemas.microsoft.com/office/drawing/2014/main" id="{CE2E621B-52A0-A54A-8F39-33FD7FE131D2}"/>
              </a:ext>
            </a:extLst>
          </p:cNvPr>
          <p:cNvGrpSpPr/>
          <p:nvPr userDrawn="1"/>
        </p:nvGrpSpPr>
        <p:grpSpPr>
          <a:xfrm>
            <a:off x="7939606" y="6079277"/>
            <a:ext cx="1230153" cy="842681"/>
            <a:chOff x="21558662" y="12102169"/>
            <a:chExt cx="2874602" cy="1641077"/>
          </a:xfrm>
        </p:grpSpPr>
        <p:pic>
          <p:nvPicPr>
            <p:cNvPr id="14" name="Image" descr="Image">
              <a:extLst>
                <a:ext uri="{FF2B5EF4-FFF2-40B4-BE49-F238E27FC236}">
                  <a16:creationId xmlns:a16="http://schemas.microsoft.com/office/drawing/2014/main" id="{DABF6F1A-4469-DD4F-82AD-C790CEB414ED}"/>
                </a:ext>
              </a:extLst>
            </p:cNvPr>
            <p:cNvPicPr>
              <a:picLocks noChangeAspect="1"/>
            </p:cNvPicPr>
            <p:nvPr/>
          </p:nvPicPr>
          <p:blipFill>
            <a:blip r:embed="rId2"/>
            <a:srcRect l="32082" t="5131" r="17030" b="32916"/>
            <a:stretch>
              <a:fillRect/>
            </a:stretch>
          </p:blipFill>
          <p:spPr>
            <a:xfrm>
              <a:off x="21558662" y="12102169"/>
              <a:ext cx="2874602" cy="1641077"/>
            </a:xfrm>
            <a:prstGeom prst="rect">
              <a:avLst/>
            </a:prstGeom>
            <a:ln w="12700">
              <a:miter lim="400000"/>
            </a:ln>
          </p:spPr>
        </p:pic>
        <p:sp>
          <p:nvSpPr>
            <p:cNvPr id="15" name="TextBox 14">
              <a:extLst>
                <a:ext uri="{FF2B5EF4-FFF2-40B4-BE49-F238E27FC236}">
                  <a16:creationId xmlns:a16="http://schemas.microsoft.com/office/drawing/2014/main" id="{1D4ED21B-3508-204A-BF67-54D8C511EBE5}"/>
                </a:ext>
              </a:extLst>
            </p:cNvPr>
            <p:cNvSpPr txBox="1"/>
            <p:nvPr userDrawn="1"/>
          </p:nvSpPr>
          <p:spPr>
            <a:xfrm>
              <a:off x="23376834" y="13154535"/>
              <a:ext cx="1005578" cy="4073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fontScale="55000" lnSpcReduction="20000"/>
            </a:bodyPr>
            <a:lstStyle/>
            <a:p>
              <a:pPr algn="ctr"/>
              <a:fld id="{C2766685-5381-3D48-B648-1084E70845D6}" type="slidenum">
                <a:rPr lang="en-GB" sz="1440" smtClean="0">
                  <a:solidFill>
                    <a:schemeClr val="bg1"/>
                  </a:solidFill>
                </a:rPr>
                <a:t>‹#›</a:t>
              </a:fld>
              <a:endParaRPr lang="en-US" sz="1440" b="0" dirty="0">
                <a:solidFill>
                  <a:schemeClr val="bg1"/>
                </a:solidFill>
                <a:latin typeface="Open Sans SemiBold"/>
                <a:ea typeface="Open Sans SemiBold"/>
                <a:cs typeface="Open Sans SemiBold"/>
                <a:sym typeface="Open Sans SemiBold"/>
              </a:endParaRPr>
            </a:p>
          </p:txBody>
        </p:sp>
      </p:grpSp>
      <p:sp>
        <p:nvSpPr>
          <p:cNvPr id="20" name="Text Placeholder 2">
            <a:extLst>
              <a:ext uri="{FF2B5EF4-FFF2-40B4-BE49-F238E27FC236}">
                <a16:creationId xmlns:a16="http://schemas.microsoft.com/office/drawing/2014/main" id="{FF087B98-487C-0A4D-AE42-C80A995D8343}"/>
              </a:ext>
            </a:extLst>
          </p:cNvPr>
          <p:cNvSpPr>
            <a:spLocks noGrp="1"/>
          </p:cNvSpPr>
          <p:nvPr>
            <p:ph type="body" sz="quarter" idx="19" hasCustomPrompt="1"/>
          </p:nvPr>
        </p:nvSpPr>
        <p:spPr>
          <a:xfrm>
            <a:off x="4612482" y="1990724"/>
            <a:ext cx="3843893" cy="3857626"/>
          </a:xfrm>
          <a:prstGeom prst="rect">
            <a:avLst/>
          </a:prstGeom>
        </p:spPr>
        <p:txBody>
          <a:bodyPr numCol="1" spcCol="180000">
            <a:normAutofit/>
          </a:bodyPr>
          <a:lstStyle>
            <a:lvl1pPr marL="0" indent="0">
              <a:buNone/>
              <a:defRPr sz="9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a:t>
            </a:r>
          </a:p>
        </p:txBody>
      </p:sp>
      <p:sp>
        <p:nvSpPr>
          <p:cNvPr id="21" name="Picture Placeholder 2">
            <a:extLst>
              <a:ext uri="{FF2B5EF4-FFF2-40B4-BE49-F238E27FC236}">
                <a16:creationId xmlns:a16="http://schemas.microsoft.com/office/drawing/2014/main" id="{E30800F1-FADF-A446-A44F-C31F223DE9D0}"/>
              </a:ext>
            </a:extLst>
          </p:cNvPr>
          <p:cNvSpPr>
            <a:spLocks noGrp="1"/>
          </p:cNvSpPr>
          <p:nvPr>
            <p:ph type="pic" sz="quarter" idx="17" hasCustomPrompt="1"/>
          </p:nvPr>
        </p:nvSpPr>
        <p:spPr>
          <a:xfrm>
            <a:off x="613172" y="1990724"/>
            <a:ext cx="3958828" cy="3857626"/>
          </a:xfrm>
          <a:prstGeom prst="rect">
            <a:avLst/>
          </a:prstGeom>
        </p:spPr>
        <p:txBody>
          <a:bodyPr anchor="ctr"/>
          <a:lstStyle>
            <a:lvl1pPr marL="0" indent="0" algn="ctr">
              <a:buNone/>
              <a:defRPr sz="844" b="1"/>
            </a:lvl1pPr>
          </a:lstStyle>
          <a:p>
            <a:r>
              <a:rPr lang="en-GB" dirty="0"/>
              <a:t>INSERT IMAGE</a:t>
            </a:r>
            <a:endParaRPr lang="en-US" dirty="0"/>
          </a:p>
        </p:txBody>
      </p:sp>
    </p:spTree>
    <p:extLst>
      <p:ext uri="{BB962C8B-B14F-4D97-AF65-F5344CB8AC3E}">
        <p14:creationId xmlns:p14="http://schemas.microsoft.com/office/powerpoint/2010/main" val="2872709683"/>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Full text">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08"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9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08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2"/>
            <a:ext cx="7551773" cy="417894"/>
          </a:xfrm>
          <a:prstGeom prst="rect">
            <a:avLst/>
          </a:prstGeom>
        </p:spPr>
        <p:txBody>
          <a:bodyPr anchor="b">
            <a:normAutofit/>
          </a:bodyPr>
          <a:lstStyle>
            <a:lvl1pPr>
              <a:defRPr sz="18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a:blip r:embed="rId2">
            <a:alphaModFix amt="10000"/>
          </a:blip>
          <a:srcRect l="32082" t="5131" r="17030" b="32916"/>
          <a:stretch>
            <a:fillRect/>
          </a:stretch>
        </p:blipFill>
        <p:spPr>
          <a:xfrm rot="10800000" flipH="1">
            <a:off x="7934172" y="-158829"/>
            <a:ext cx="1230153" cy="842681"/>
          </a:xfrm>
          <a:prstGeom prst="rect">
            <a:avLst/>
          </a:prstGeom>
          <a:ln w="12700">
            <a:miter lim="400000"/>
          </a:ln>
        </p:spPr>
      </p:pic>
      <p:pic>
        <p:nvPicPr>
          <p:cNvPr id="12" name="Image" descr="Image">
            <a:extLst>
              <a:ext uri="{FF2B5EF4-FFF2-40B4-BE49-F238E27FC236}">
                <a16:creationId xmlns:a16="http://schemas.microsoft.com/office/drawing/2014/main" id="{A0B224CE-B66B-F146-8CF0-851D54D584E8}"/>
              </a:ext>
            </a:extLst>
          </p:cNvPr>
          <p:cNvPicPr>
            <a:picLocks noChangeAspect="1"/>
          </p:cNvPicPr>
          <p:nvPr userDrawn="1"/>
        </p:nvPicPr>
        <p:blipFill>
          <a:blip r:embed="rId3"/>
          <a:stretch>
            <a:fillRect/>
          </a:stretch>
        </p:blipFill>
        <p:spPr>
          <a:xfrm>
            <a:off x="7979042" y="325147"/>
            <a:ext cx="954664" cy="739310"/>
          </a:xfrm>
          <a:prstGeom prst="rect">
            <a:avLst/>
          </a:prstGeom>
          <a:ln w="12700">
            <a:miter lim="400000"/>
          </a:ln>
        </p:spPr>
      </p:pic>
      <p:grpSp>
        <p:nvGrpSpPr>
          <p:cNvPr id="13" name="Group 12">
            <a:extLst>
              <a:ext uri="{FF2B5EF4-FFF2-40B4-BE49-F238E27FC236}">
                <a16:creationId xmlns:a16="http://schemas.microsoft.com/office/drawing/2014/main" id="{CE2E621B-52A0-A54A-8F39-33FD7FE131D2}"/>
              </a:ext>
            </a:extLst>
          </p:cNvPr>
          <p:cNvGrpSpPr/>
          <p:nvPr userDrawn="1"/>
        </p:nvGrpSpPr>
        <p:grpSpPr>
          <a:xfrm>
            <a:off x="7939606" y="6079277"/>
            <a:ext cx="1230153" cy="842681"/>
            <a:chOff x="21558662" y="12102169"/>
            <a:chExt cx="2874602" cy="1641077"/>
          </a:xfrm>
        </p:grpSpPr>
        <p:pic>
          <p:nvPicPr>
            <p:cNvPr id="14" name="Image" descr="Image">
              <a:extLst>
                <a:ext uri="{FF2B5EF4-FFF2-40B4-BE49-F238E27FC236}">
                  <a16:creationId xmlns:a16="http://schemas.microsoft.com/office/drawing/2014/main" id="{DABF6F1A-4469-DD4F-82AD-C790CEB414ED}"/>
                </a:ext>
              </a:extLst>
            </p:cNvPr>
            <p:cNvPicPr>
              <a:picLocks noChangeAspect="1"/>
            </p:cNvPicPr>
            <p:nvPr/>
          </p:nvPicPr>
          <p:blipFill>
            <a:blip r:embed="rId2"/>
            <a:srcRect l="32082" t="5131" r="17030" b="32916"/>
            <a:stretch>
              <a:fillRect/>
            </a:stretch>
          </p:blipFill>
          <p:spPr>
            <a:xfrm>
              <a:off x="21558662" y="12102169"/>
              <a:ext cx="2874602" cy="1641077"/>
            </a:xfrm>
            <a:prstGeom prst="rect">
              <a:avLst/>
            </a:prstGeom>
            <a:ln w="12700">
              <a:miter lim="400000"/>
            </a:ln>
          </p:spPr>
        </p:pic>
        <p:sp>
          <p:nvSpPr>
            <p:cNvPr id="15" name="TextBox 14">
              <a:extLst>
                <a:ext uri="{FF2B5EF4-FFF2-40B4-BE49-F238E27FC236}">
                  <a16:creationId xmlns:a16="http://schemas.microsoft.com/office/drawing/2014/main" id="{1D4ED21B-3508-204A-BF67-54D8C511EBE5}"/>
                </a:ext>
              </a:extLst>
            </p:cNvPr>
            <p:cNvSpPr txBox="1"/>
            <p:nvPr userDrawn="1"/>
          </p:nvSpPr>
          <p:spPr>
            <a:xfrm>
              <a:off x="23376834" y="13154535"/>
              <a:ext cx="1005578" cy="4073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fontScale="55000" lnSpcReduction="20000"/>
            </a:bodyPr>
            <a:lstStyle/>
            <a:p>
              <a:pPr algn="ctr"/>
              <a:fld id="{C2766685-5381-3D48-B648-1084E70845D6}" type="slidenum">
                <a:rPr lang="en-GB" sz="1440" smtClean="0">
                  <a:solidFill>
                    <a:schemeClr val="bg1"/>
                  </a:solidFill>
                </a:rPr>
                <a:t>‹#›</a:t>
              </a:fld>
              <a:endParaRPr lang="en-US" sz="1440" b="0" dirty="0">
                <a:solidFill>
                  <a:schemeClr val="bg1"/>
                </a:solidFill>
                <a:latin typeface="Open Sans SemiBold"/>
                <a:ea typeface="Open Sans SemiBold"/>
                <a:cs typeface="Open Sans SemiBold"/>
                <a:sym typeface="Open Sans SemiBold"/>
              </a:endParaRPr>
            </a:p>
          </p:txBody>
        </p:sp>
      </p:grpSp>
      <p:sp>
        <p:nvSpPr>
          <p:cNvPr id="19" name="Text Placeholder 2">
            <a:extLst>
              <a:ext uri="{FF2B5EF4-FFF2-40B4-BE49-F238E27FC236}">
                <a16:creationId xmlns:a16="http://schemas.microsoft.com/office/drawing/2014/main" id="{C39C6CE7-E4E5-CD42-88A1-0F43BE0B5EEC}"/>
              </a:ext>
            </a:extLst>
          </p:cNvPr>
          <p:cNvSpPr>
            <a:spLocks noGrp="1"/>
          </p:cNvSpPr>
          <p:nvPr>
            <p:ph type="body" sz="quarter" idx="18" hasCustomPrompt="1"/>
          </p:nvPr>
        </p:nvSpPr>
        <p:spPr>
          <a:xfrm>
            <a:off x="613213" y="1990724"/>
            <a:ext cx="7871734" cy="3857626"/>
          </a:xfrm>
          <a:prstGeom prst="rect">
            <a:avLst/>
          </a:prstGeom>
        </p:spPr>
        <p:txBody>
          <a:bodyPr numCol="1" spcCol="180000">
            <a:normAutofit/>
          </a:bodyPr>
          <a:lstStyle>
            <a:lvl1pPr marL="0" indent="0">
              <a:buNone/>
              <a:defRPr sz="9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Extra explanatory text, Open Sans Regular 25 pt.  ///  This can consist of multiple sentences</a:t>
            </a:r>
          </a:p>
        </p:txBody>
      </p:sp>
    </p:spTree>
    <p:extLst>
      <p:ext uri="{BB962C8B-B14F-4D97-AF65-F5344CB8AC3E}">
        <p14:creationId xmlns:p14="http://schemas.microsoft.com/office/powerpoint/2010/main" val="2909601852"/>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08"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9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08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2"/>
            <a:ext cx="7551773" cy="417894"/>
          </a:xfrm>
          <a:prstGeom prst="rect">
            <a:avLst/>
          </a:prstGeom>
        </p:spPr>
        <p:txBody>
          <a:bodyPr anchor="b">
            <a:normAutofit/>
          </a:bodyPr>
          <a:lstStyle>
            <a:lvl1pPr>
              <a:defRPr sz="18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a:blip r:embed="rId2">
            <a:alphaModFix amt="10000"/>
          </a:blip>
          <a:srcRect l="32082" t="5131" r="17030" b="32916"/>
          <a:stretch>
            <a:fillRect/>
          </a:stretch>
        </p:blipFill>
        <p:spPr>
          <a:xfrm rot="10800000" flipH="1">
            <a:off x="7934172" y="-158829"/>
            <a:ext cx="1230153" cy="842681"/>
          </a:xfrm>
          <a:prstGeom prst="rect">
            <a:avLst/>
          </a:prstGeom>
          <a:ln w="12700">
            <a:miter lim="400000"/>
          </a:ln>
        </p:spPr>
      </p:pic>
      <p:pic>
        <p:nvPicPr>
          <p:cNvPr id="12" name="Image" descr="Image">
            <a:extLst>
              <a:ext uri="{FF2B5EF4-FFF2-40B4-BE49-F238E27FC236}">
                <a16:creationId xmlns:a16="http://schemas.microsoft.com/office/drawing/2014/main" id="{A0B224CE-B66B-F146-8CF0-851D54D584E8}"/>
              </a:ext>
            </a:extLst>
          </p:cNvPr>
          <p:cNvPicPr>
            <a:picLocks noChangeAspect="1"/>
          </p:cNvPicPr>
          <p:nvPr userDrawn="1"/>
        </p:nvPicPr>
        <p:blipFill>
          <a:blip r:embed="rId3"/>
          <a:stretch>
            <a:fillRect/>
          </a:stretch>
        </p:blipFill>
        <p:spPr>
          <a:xfrm>
            <a:off x="7979042" y="325147"/>
            <a:ext cx="954664" cy="739310"/>
          </a:xfrm>
          <a:prstGeom prst="rect">
            <a:avLst/>
          </a:prstGeom>
          <a:ln w="12700">
            <a:miter lim="400000"/>
          </a:ln>
        </p:spPr>
      </p:pic>
      <p:grpSp>
        <p:nvGrpSpPr>
          <p:cNvPr id="13" name="Group 12">
            <a:extLst>
              <a:ext uri="{FF2B5EF4-FFF2-40B4-BE49-F238E27FC236}">
                <a16:creationId xmlns:a16="http://schemas.microsoft.com/office/drawing/2014/main" id="{CE2E621B-52A0-A54A-8F39-33FD7FE131D2}"/>
              </a:ext>
            </a:extLst>
          </p:cNvPr>
          <p:cNvGrpSpPr/>
          <p:nvPr userDrawn="1"/>
        </p:nvGrpSpPr>
        <p:grpSpPr>
          <a:xfrm>
            <a:off x="7939606" y="6079277"/>
            <a:ext cx="1230153" cy="842681"/>
            <a:chOff x="21558662" y="12102169"/>
            <a:chExt cx="2874602" cy="1641077"/>
          </a:xfrm>
        </p:grpSpPr>
        <p:pic>
          <p:nvPicPr>
            <p:cNvPr id="14" name="Image" descr="Image">
              <a:extLst>
                <a:ext uri="{FF2B5EF4-FFF2-40B4-BE49-F238E27FC236}">
                  <a16:creationId xmlns:a16="http://schemas.microsoft.com/office/drawing/2014/main" id="{DABF6F1A-4469-DD4F-82AD-C790CEB414ED}"/>
                </a:ext>
              </a:extLst>
            </p:cNvPr>
            <p:cNvPicPr>
              <a:picLocks noChangeAspect="1"/>
            </p:cNvPicPr>
            <p:nvPr/>
          </p:nvPicPr>
          <p:blipFill>
            <a:blip r:embed="rId2"/>
            <a:srcRect l="32082" t="5131" r="17030" b="32916"/>
            <a:stretch>
              <a:fillRect/>
            </a:stretch>
          </p:blipFill>
          <p:spPr>
            <a:xfrm>
              <a:off x="21558662" y="12102169"/>
              <a:ext cx="2874602" cy="1641077"/>
            </a:xfrm>
            <a:prstGeom prst="rect">
              <a:avLst/>
            </a:prstGeom>
            <a:ln w="12700">
              <a:miter lim="400000"/>
            </a:ln>
          </p:spPr>
        </p:pic>
        <p:sp>
          <p:nvSpPr>
            <p:cNvPr id="15" name="TextBox 14">
              <a:extLst>
                <a:ext uri="{FF2B5EF4-FFF2-40B4-BE49-F238E27FC236}">
                  <a16:creationId xmlns:a16="http://schemas.microsoft.com/office/drawing/2014/main" id="{1D4ED21B-3508-204A-BF67-54D8C511EBE5}"/>
                </a:ext>
              </a:extLst>
            </p:cNvPr>
            <p:cNvSpPr txBox="1"/>
            <p:nvPr userDrawn="1"/>
          </p:nvSpPr>
          <p:spPr>
            <a:xfrm>
              <a:off x="23376834" y="13154535"/>
              <a:ext cx="1005578" cy="4073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fontScale="55000" lnSpcReduction="20000"/>
            </a:bodyPr>
            <a:lstStyle/>
            <a:p>
              <a:pPr algn="ctr"/>
              <a:fld id="{C2766685-5381-3D48-B648-1084E70845D6}" type="slidenum">
                <a:rPr lang="en-GB" sz="1440" smtClean="0">
                  <a:solidFill>
                    <a:schemeClr val="bg1"/>
                  </a:solidFill>
                </a:rPr>
                <a:t>‹#›</a:t>
              </a:fld>
              <a:endParaRPr lang="en-US" sz="1440" b="0" dirty="0">
                <a:solidFill>
                  <a:schemeClr val="bg1"/>
                </a:solidFill>
                <a:latin typeface="Open Sans SemiBold"/>
                <a:ea typeface="Open Sans SemiBold"/>
                <a:cs typeface="Open Sans SemiBold"/>
                <a:sym typeface="Open Sans SemiBold"/>
              </a:endParaRPr>
            </a:p>
          </p:txBody>
        </p:sp>
      </p:grpSp>
      <p:sp>
        <p:nvSpPr>
          <p:cNvPr id="18" name="Picture Placeholder 2">
            <a:extLst>
              <a:ext uri="{FF2B5EF4-FFF2-40B4-BE49-F238E27FC236}">
                <a16:creationId xmlns:a16="http://schemas.microsoft.com/office/drawing/2014/main" id="{B77969EA-B55C-894D-9358-83560C825FB1}"/>
              </a:ext>
            </a:extLst>
          </p:cNvPr>
          <p:cNvSpPr>
            <a:spLocks noGrp="1"/>
          </p:cNvSpPr>
          <p:nvPr>
            <p:ph type="pic" sz="quarter" idx="17" hasCustomPrompt="1"/>
          </p:nvPr>
        </p:nvSpPr>
        <p:spPr>
          <a:xfrm>
            <a:off x="613172" y="1990724"/>
            <a:ext cx="7923014" cy="3857626"/>
          </a:xfrm>
          <a:prstGeom prst="rect">
            <a:avLst/>
          </a:prstGeom>
        </p:spPr>
        <p:txBody>
          <a:bodyPr anchor="ctr"/>
          <a:lstStyle>
            <a:lvl1pPr marL="0" marR="0" indent="0" algn="ctr" defTabSz="278607" rtl="0" eaLnBrk="1" fontAlgn="auto" latinLnBrk="0" hangingPunct="1">
              <a:lnSpc>
                <a:spcPct val="100000"/>
              </a:lnSpc>
              <a:spcBef>
                <a:spcPts val="1992"/>
              </a:spcBef>
              <a:spcAft>
                <a:spcPts val="0"/>
              </a:spcAft>
              <a:buClrTx/>
              <a:buSzPct val="125000"/>
              <a:buFontTx/>
              <a:buNone/>
              <a:tabLst/>
              <a:defRPr sz="844" b="1"/>
            </a:lvl1pPr>
          </a:lstStyle>
          <a:p>
            <a:pPr marL="0" marR="0" lvl="0" indent="0" algn="l" defTabSz="278607" rtl="0" eaLnBrk="1" fontAlgn="auto" latinLnBrk="0" hangingPunct="1">
              <a:lnSpc>
                <a:spcPct val="100000"/>
              </a:lnSpc>
              <a:spcBef>
                <a:spcPts val="1992"/>
              </a:spcBef>
              <a:spcAft>
                <a:spcPts val="0"/>
              </a:spcAft>
              <a:buClrTx/>
              <a:buSzPct val="125000"/>
              <a:buFontTx/>
              <a:buNone/>
              <a:tabLst/>
              <a:defRPr/>
            </a:pPr>
            <a:r>
              <a:rPr lang="en-GB" dirty="0"/>
              <a:t>INSERT IMAGE</a:t>
            </a:r>
            <a:endParaRPr lang="en-US" dirty="0"/>
          </a:p>
        </p:txBody>
      </p:sp>
    </p:spTree>
    <p:extLst>
      <p:ext uri="{BB962C8B-B14F-4D97-AF65-F5344CB8AC3E}">
        <p14:creationId xmlns:p14="http://schemas.microsoft.com/office/powerpoint/2010/main" val="2066804440"/>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x" preserve="1">
  <p:cSld name="Closure">
    <p:bg>
      <p:bgPr>
        <a:solidFill>
          <a:srgbClr val="052744"/>
        </a:solidFill>
        <a:effectLst/>
      </p:bgPr>
    </p:bg>
    <p:spTree>
      <p:nvGrpSpPr>
        <p:cNvPr id="1" name=""/>
        <p:cNvGrpSpPr/>
        <p:nvPr/>
      </p:nvGrpSpPr>
      <p:grpSpPr>
        <a:xfrm>
          <a:off x="0" y="0"/>
          <a:ext cx="0" cy="0"/>
          <a:chOff x="0" y="0"/>
          <a:chExt cx="0" cy="0"/>
        </a:xfrm>
      </p:grpSpPr>
      <p:pic>
        <p:nvPicPr>
          <p:cNvPr id="6" name="Background.pdf" descr="Background.pdf">
            <a:extLst>
              <a:ext uri="{FF2B5EF4-FFF2-40B4-BE49-F238E27FC236}">
                <a16:creationId xmlns:a16="http://schemas.microsoft.com/office/drawing/2014/main" id="{7F37F950-FD6A-5040-AF19-3F0ED1870797}"/>
              </a:ext>
            </a:extLst>
          </p:cNvPr>
          <p:cNvPicPr>
            <a:picLocks noChangeAspect="1"/>
          </p:cNvPicPr>
          <p:nvPr userDrawn="1"/>
        </p:nvPicPr>
        <p:blipFill>
          <a:blip r:embed="rId2"/>
          <a:stretch>
            <a:fillRect/>
          </a:stretch>
        </p:blipFill>
        <p:spPr>
          <a:xfrm>
            <a:off x="-1016000" y="0"/>
            <a:ext cx="10160000" cy="6858000"/>
          </a:xfrm>
          <a:prstGeom prst="rect">
            <a:avLst/>
          </a:prstGeom>
          <a:ln w="12700">
            <a:miter lim="400000"/>
          </a:ln>
        </p:spPr>
      </p:pic>
      <p:sp>
        <p:nvSpPr>
          <p:cNvPr id="45" name="Thank you"/>
          <p:cNvSpPr txBox="1"/>
          <p:nvPr/>
        </p:nvSpPr>
        <p:spPr>
          <a:xfrm>
            <a:off x="713507" y="1667238"/>
            <a:ext cx="1619995" cy="4501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5" tIns="17145" rIns="17145" bIns="17145" anchor="ctr">
            <a:spAutoFit/>
          </a:bodyPr>
          <a:lstStyle>
            <a:lvl1pPr algn="l">
              <a:defRPr sz="8000">
                <a:solidFill>
                  <a:srgbClr val="FFFFFF"/>
                </a:solidFill>
                <a:latin typeface="Open Sans Light"/>
                <a:ea typeface="Open Sans Light"/>
                <a:cs typeface="Open Sans Light"/>
                <a:sym typeface="Open Sans Light"/>
              </a:defRPr>
            </a:lvl1pPr>
          </a:lstStyle>
          <a:p>
            <a:r>
              <a:rPr sz="2700" dirty="0">
                <a:latin typeface="Trebuchet MS" panose="020B0703020202090204" pitchFamily="34" charset="0"/>
              </a:rPr>
              <a:t>Thank you</a:t>
            </a:r>
          </a:p>
        </p:txBody>
      </p:sp>
      <p:pic>
        <p:nvPicPr>
          <p:cNvPr id="10" name="Image" descr="Image">
            <a:extLst>
              <a:ext uri="{FF2B5EF4-FFF2-40B4-BE49-F238E27FC236}">
                <a16:creationId xmlns:a16="http://schemas.microsoft.com/office/drawing/2014/main" id="{94DCDFD6-67C7-8649-9920-D9E9491DE65B}"/>
              </a:ext>
            </a:extLst>
          </p:cNvPr>
          <p:cNvPicPr>
            <a:picLocks noChangeAspect="1"/>
          </p:cNvPicPr>
          <p:nvPr userDrawn="1"/>
        </p:nvPicPr>
        <p:blipFill>
          <a:blip r:embed="rId3"/>
          <a:stretch>
            <a:fillRect/>
          </a:stretch>
        </p:blipFill>
        <p:spPr>
          <a:xfrm>
            <a:off x="6465729" y="1176910"/>
            <a:ext cx="1979753" cy="1533160"/>
          </a:xfrm>
          <a:prstGeom prst="rect">
            <a:avLst/>
          </a:prstGeom>
          <a:ln w="12700">
            <a:miter lim="400000"/>
          </a:ln>
        </p:spPr>
      </p:pic>
      <p:pic>
        <p:nvPicPr>
          <p:cNvPr id="12" name="Image" descr="Image">
            <a:extLst>
              <a:ext uri="{FF2B5EF4-FFF2-40B4-BE49-F238E27FC236}">
                <a16:creationId xmlns:a16="http://schemas.microsoft.com/office/drawing/2014/main" id="{36012AAF-551B-4346-AE94-0A68CFD7A378}"/>
              </a:ext>
            </a:extLst>
          </p:cNvPr>
          <p:cNvPicPr>
            <a:picLocks noChangeAspect="1"/>
          </p:cNvPicPr>
          <p:nvPr userDrawn="1"/>
        </p:nvPicPr>
        <p:blipFill>
          <a:blip r:embed="rId4"/>
          <a:stretch>
            <a:fillRect/>
          </a:stretch>
        </p:blipFill>
        <p:spPr>
          <a:xfrm>
            <a:off x="8088793" y="6040275"/>
            <a:ext cx="787775" cy="522826"/>
          </a:xfrm>
          <a:prstGeom prst="rect">
            <a:avLst/>
          </a:prstGeom>
          <a:ln w="12700">
            <a:miter lim="400000"/>
          </a:ln>
        </p:spPr>
      </p:pic>
    </p:spTree>
    <p:extLst>
      <p:ext uri="{BB962C8B-B14F-4D97-AF65-F5344CB8AC3E}">
        <p14:creationId xmlns:p14="http://schemas.microsoft.com/office/powerpoint/2010/main" val="1503703123"/>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63EA886-2118-47FF-88DF-A0FA3CAECD87}" type="slidenum">
              <a:rPr lang="en-US" smtClean="0"/>
              <a:pPr/>
              <a:t>‹#›</a:t>
            </a:fld>
            <a:endParaRPr lang="en-US" dirty="0"/>
          </a:p>
        </p:txBody>
      </p:sp>
    </p:spTree>
    <p:extLst>
      <p:ext uri="{BB962C8B-B14F-4D97-AF65-F5344CB8AC3E}">
        <p14:creationId xmlns:p14="http://schemas.microsoft.com/office/powerpoint/2010/main" val="55019316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a:xfrm>
            <a:off x="7086600" y="6538913"/>
            <a:ext cx="2057400" cy="365125"/>
          </a:xfrm>
        </p:spPr>
        <p:txBody>
          <a:bodyPr/>
          <a:lstStyle>
            <a:lvl1pPr>
              <a:defRPr i="0">
                <a:solidFill>
                  <a:schemeClr val="tx1"/>
                </a:solidFill>
                <a:latin typeface="Arial" panose="020B0604020202020204" pitchFamily="34" charset="0"/>
                <a:cs typeface="Arial" panose="020B0604020202020204" pitchFamily="34" charset="0"/>
              </a:defRPr>
            </a:lvl1pPr>
          </a:lstStyle>
          <a:p>
            <a:fld id="{863EA886-2118-47FF-88DF-A0FA3CAECD87}" type="slidenum">
              <a:rPr lang="en-US" smtClean="0">
                <a:solidFill>
                  <a:prstClr val="black"/>
                </a:solidFill>
              </a:rPr>
              <a:pPr/>
              <a:t>‹#›</a:t>
            </a:fld>
            <a:endParaRPr lang="en-US" dirty="0">
              <a:solidFill>
                <a:prstClr val="black"/>
              </a:solidFill>
            </a:endParaRPr>
          </a:p>
        </p:txBody>
      </p:sp>
      <p:pic>
        <p:nvPicPr>
          <p:cNvPr id="8" name="Picture 7"/>
          <p:cNvPicPr>
            <a:picLocks noChangeAspect="1"/>
          </p:cNvPicPr>
          <p:nvPr userDrawn="1"/>
        </p:nvPicPr>
        <p:blipFill>
          <a:blip r:embed="rId2"/>
          <a:stretch>
            <a:fillRect/>
          </a:stretch>
        </p:blipFill>
        <p:spPr>
          <a:xfrm>
            <a:off x="7708290" y="7788"/>
            <a:ext cx="1423843" cy="884034"/>
          </a:xfrm>
          <a:prstGeom prst="rect">
            <a:avLst/>
          </a:prstGeom>
        </p:spPr>
      </p:pic>
    </p:spTree>
    <p:extLst>
      <p:ext uri="{BB962C8B-B14F-4D97-AF65-F5344CB8AC3E}">
        <p14:creationId xmlns:p14="http://schemas.microsoft.com/office/powerpoint/2010/main" val="135389021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63EA886-2118-47FF-88DF-A0FA3CAECD87}" type="slidenum">
              <a:rPr lang="en-US" smtClean="0"/>
              <a:pPr/>
              <a:t>‹#›</a:t>
            </a:fld>
            <a:endParaRPr lang="en-US" dirty="0"/>
          </a:p>
        </p:txBody>
      </p:sp>
    </p:spTree>
    <p:extLst>
      <p:ext uri="{BB962C8B-B14F-4D97-AF65-F5344CB8AC3E}">
        <p14:creationId xmlns:p14="http://schemas.microsoft.com/office/powerpoint/2010/main" val="8044604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863EA886-2118-47FF-88DF-A0FA3CAECD87}" type="slidenum">
              <a:rPr lang="en-US" smtClean="0"/>
              <a:pPr/>
              <a:t>‹#›</a:t>
            </a:fld>
            <a:endParaRPr lang="en-US" dirty="0"/>
          </a:p>
        </p:txBody>
      </p:sp>
    </p:spTree>
    <p:extLst>
      <p:ext uri="{BB962C8B-B14F-4D97-AF65-F5344CB8AC3E}">
        <p14:creationId xmlns:p14="http://schemas.microsoft.com/office/powerpoint/2010/main" val="24218223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863EA886-2118-47FF-88DF-A0FA3CAECD87}" type="slidenum">
              <a:rPr lang="en-US" smtClean="0"/>
              <a:pPr/>
              <a:t>‹#›</a:t>
            </a:fld>
            <a:endParaRPr lang="en-US" dirty="0"/>
          </a:p>
        </p:txBody>
      </p:sp>
    </p:spTree>
    <p:extLst>
      <p:ext uri="{BB962C8B-B14F-4D97-AF65-F5344CB8AC3E}">
        <p14:creationId xmlns:p14="http://schemas.microsoft.com/office/powerpoint/2010/main" val="21680704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a:xfrm>
            <a:off x="7134078" y="6557015"/>
            <a:ext cx="2057400" cy="365125"/>
          </a:xfrm>
        </p:spPr>
        <p:txBody>
          <a:bodyPr/>
          <a:lstStyle>
            <a:lvl1pPr>
              <a:defRPr sz="1200"/>
            </a:lvl1pPr>
          </a:lstStyle>
          <a:p>
            <a:fld id="{863EA886-2118-47FF-88DF-A0FA3CAECD87}" type="slidenum">
              <a:rPr lang="en-US" smtClean="0"/>
              <a:pPr/>
              <a:t>‹#›</a:t>
            </a:fld>
            <a:endParaRPr lang="en-US" dirty="0"/>
          </a:p>
        </p:txBody>
      </p:sp>
      <p:pic>
        <p:nvPicPr>
          <p:cNvPr id="6" name="Picture 5"/>
          <p:cNvPicPr>
            <a:picLocks noChangeAspect="1"/>
          </p:cNvPicPr>
          <p:nvPr userDrawn="1"/>
        </p:nvPicPr>
        <p:blipFill>
          <a:blip r:embed="rId2"/>
          <a:stretch>
            <a:fillRect/>
          </a:stretch>
        </p:blipFill>
        <p:spPr>
          <a:xfrm>
            <a:off x="7708290" y="7788"/>
            <a:ext cx="1423843" cy="884034"/>
          </a:xfrm>
          <a:prstGeom prst="rect">
            <a:avLst/>
          </a:prstGeom>
        </p:spPr>
      </p:pic>
    </p:spTree>
    <p:extLst>
      <p:ext uri="{BB962C8B-B14F-4D97-AF65-F5344CB8AC3E}">
        <p14:creationId xmlns:p14="http://schemas.microsoft.com/office/powerpoint/2010/main" val="16759206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863EA886-2118-47FF-88DF-A0FA3CAECD87}" type="slidenum">
              <a:rPr lang="en-US" smtClean="0"/>
              <a:pPr/>
              <a:t>‹#›</a:t>
            </a:fld>
            <a:endParaRPr lang="en-US" dirty="0"/>
          </a:p>
        </p:txBody>
      </p:sp>
    </p:spTree>
    <p:extLst>
      <p:ext uri="{BB962C8B-B14F-4D97-AF65-F5344CB8AC3E}">
        <p14:creationId xmlns:p14="http://schemas.microsoft.com/office/powerpoint/2010/main" val="38504215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863EA886-2118-47FF-88DF-A0FA3CAECD87}" type="slidenum">
              <a:rPr lang="en-US" smtClean="0"/>
              <a:pPr/>
              <a:t>‹#›</a:t>
            </a:fld>
            <a:endParaRPr lang="en-US" dirty="0"/>
          </a:p>
        </p:txBody>
      </p:sp>
    </p:spTree>
    <p:extLst>
      <p:ext uri="{BB962C8B-B14F-4D97-AF65-F5344CB8AC3E}">
        <p14:creationId xmlns:p14="http://schemas.microsoft.com/office/powerpoint/2010/main" val="361887642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863EA886-2118-47FF-88DF-A0FA3CAECD87}" type="slidenum">
              <a:rPr lang="en-US" smtClean="0"/>
              <a:pPr/>
              <a:t>‹#›</a:t>
            </a:fld>
            <a:endParaRPr lang="en-US" dirty="0"/>
          </a:p>
        </p:txBody>
      </p:sp>
    </p:spTree>
    <p:extLst>
      <p:ext uri="{BB962C8B-B14F-4D97-AF65-F5344CB8AC3E}">
        <p14:creationId xmlns:p14="http://schemas.microsoft.com/office/powerpoint/2010/main" val="2172394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63EA886-2118-47FF-88DF-A0FA3CAECD87}" type="slidenum">
              <a:rPr lang="en-US" smtClean="0"/>
              <a:pPr/>
              <a:t>‹#›</a:t>
            </a:fld>
            <a:endParaRPr lang="en-US" dirty="0"/>
          </a:p>
        </p:txBody>
      </p:sp>
    </p:spTree>
    <p:extLst>
      <p:ext uri="{BB962C8B-B14F-4D97-AF65-F5344CB8AC3E}">
        <p14:creationId xmlns:p14="http://schemas.microsoft.com/office/powerpoint/2010/main" val="30133906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63EA886-2118-47FF-88DF-A0FA3CAECD87}" type="slidenum">
              <a:rPr lang="en-US" smtClean="0"/>
              <a:pPr/>
              <a:t>‹#›</a:t>
            </a:fld>
            <a:endParaRPr lang="en-US" dirty="0"/>
          </a:p>
        </p:txBody>
      </p:sp>
    </p:spTree>
    <p:extLst>
      <p:ext uri="{BB962C8B-B14F-4D97-AF65-F5344CB8AC3E}">
        <p14:creationId xmlns:p14="http://schemas.microsoft.com/office/powerpoint/2010/main" val="193510112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1026" name="Picture 2" descr="C:\Users\n.jackman\AppData\Local\Microsoft\Windows\Temporary Internet Files\Content.Outlook\XW64GQ7J\ansa2.jpg"/>
          <p:cNvPicPr>
            <a:picLocks noChangeAspect="1" noChangeArrowheads="1"/>
          </p:cNvPicPr>
          <p:nvPr userDrawn="1"/>
        </p:nvPicPr>
        <p:blipFill>
          <a:blip r:embed="rId2" cstate="print"/>
          <a:srcRect l="5000"/>
          <a:stretch>
            <a:fillRect/>
          </a:stretch>
        </p:blipFill>
        <p:spPr bwMode="auto">
          <a:xfrm>
            <a:off x="457200" y="2244510"/>
            <a:ext cx="8686800" cy="3394290"/>
          </a:xfrm>
          <a:prstGeom prst="rect">
            <a:avLst/>
          </a:prstGeom>
          <a:solidFill>
            <a:schemeClr val="accent1">
              <a:lumMod val="50000"/>
            </a:schemeClr>
          </a:solidFill>
        </p:spPr>
      </p:pic>
      <p:sp>
        <p:nvSpPr>
          <p:cNvPr id="10" name="Rectangle 9"/>
          <p:cNvSpPr/>
          <p:nvPr userDrawn="1"/>
        </p:nvSpPr>
        <p:spPr>
          <a:xfrm>
            <a:off x="457200" y="2237123"/>
            <a:ext cx="4966448" cy="3388424"/>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t" anchorCtr="0"/>
          <a:lstStyle/>
          <a:p>
            <a:endParaRPr lang="en-US" dirty="0">
              <a:solidFill>
                <a:prstClr val="black"/>
              </a:solidFill>
              <a:latin typeface="Arial" pitchFamily="34" charset="0"/>
              <a:cs typeface="Arial" pitchFamily="34" charset="0"/>
            </a:endParaRPr>
          </a:p>
        </p:txBody>
      </p:sp>
      <p:sp>
        <p:nvSpPr>
          <p:cNvPr id="2" name="Title 1"/>
          <p:cNvSpPr>
            <a:spLocks noGrp="1"/>
          </p:cNvSpPr>
          <p:nvPr>
            <p:ph type="ctrTitle" hasCustomPrompt="1"/>
          </p:nvPr>
        </p:nvSpPr>
        <p:spPr>
          <a:xfrm>
            <a:off x="457200" y="2255002"/>
            <a:ext cx="4953000" cy="3383797"/>
          </a:xfrm>
          <a:noFill/>
        </p:spPr>
        <p:txBody>
          <a:bodyPr anchor="b">
            <a:normAutofit/>
          </a:bodyPr>
          <a:lstStyle>
            <a:lvl1pPr algn="l">
              <a:defRPr sz="3600">
                <a:solidFill>
                  <a:schemeClr val="tx1"/>
                </a:solidFill>
                <a:latin typeface="Arial" pitchFamily="34" charset="0"/>
                <a:cs typeface="Arial" pitchFamily="34" charset="0"/>
              </a:defRPr>
            </a:lvl1pPr>
          </a:lstStyle>
          <a:p>
            <a:br>
              <a:rPr lang="en-US" dirty="0">
                <a:solidFill>
                  <a:schemeClr val="bg1"/>
                </a:solidFill>
              </a:rPr>
            </a:br>
            <a:br>
              <a:rPr lang="en-US" dirty="0">
                <a:solidFill>
                  <a:schemeClr val="bg1"/>
                </a:solidFill>
              </a:rPr>
            </a:br>
            <a:endParaRPr lang="en-US" sz="2600" dirty="0">
              <a:solidFill>
                <a:schemeClr val="bg1"/>
              </a:solidFill>
            </a:endParaRPr>
          </a:p>
        </p:txBody>
      </p:sp>
      <p:pic>
        <p:nvPicPr>
          <p:cNvPr id="7" name="Picture 6"/>
          <p:cNvPicPr>
            <a:picLocks noChangeAspect="1"/>
          </p:cNvPicPr>
          <p:nvPr userDrawn="1"/>
        </p:nvPicPr>
        <p:blipFill>
          <a:blip r:embed="rId3" cstate="print"/>
          <a:stretch>
            <a:fillRect/>
          </a:stretch>
        </p:blipFill>
        <p:spPr>
          <a:xfrm>
            <a:off x="367428" y="54887"/>
            <a:ext cx="1679094" cy="1286782"/>
          </a:xfrm>
          <a:prstGeom prst="rect">
            <a:avLst/>
          </a:prstGeom>
        </p:spPr>
      </p:pic>
      <p:sp>
        <p:nvSpPr>
          <p:cNvPr id="9" name="Rectangle 8"/>
          <p:cNvSpPr/>
          <p:nvPr userDrawn="1"/>
        </p:nvSpPr>
        <p:spPr>
          <a:xfrm rot="10800000" flipV="1">
            <a:off x="443751" y="5726675"/>
            <a:ext cx="8700248" cy="129097"/>
          </a:xfrm>
          <a:prstGeom prst="rect">
            <a:avLst/>
          </a:prstGeom>
          <a:solidFill>
            <a:schemeClr val="accent1">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prstClr val="black"/>
              </a:solidFill>
            </a:endParaRPr>
          </a:p>
        </p:txBody>
      </p:sp>
      <p:graphicFrame>
        <p:nvGraphicFramePr>
          <p:cNvPr id="8" name="Table 7"/>
          <p:cNvGraphicFramePr>
            <a:graphicFrameLocks noGrp="1"/>
          </p:cNvGraphicFramePr>
          <p:nvPr userDrawn="1">
            <p:extLst>
              <p:ext uri="{D42A27DB-BD31-4B8C-83A1-F6EECF244321}">
                <p14:modId xmlns:p14="http://schemas.microsoft.com/office/powerpoint/2010/main" val="2958655807"/>
              </p:ext>
            </p:extLst>
          </p:nvPr>
        </p:nvGraphicFramePr>
        <p:xfrm>
          <a:off x="4650661" y="6296601"/>
          <a:ext cx="4414682" cy="448800"/>
        </p:xfrm>
        <a:graphic>
          <a:graphicData uri="http://schemas.openxmlformats.org/drawingml/2006/table">
            <a:tbl>
              <a:tblPr firstRow="1" bandRow="1">
                <a:tableStyleId>{FABFCF23-3B69-468F-B69F-88F6DE6A72F2}</a:tableStyleId>
              </a:tblPr>
              <a:tblGrid>
                <a:gridCol w="855405">
                  <a:extLst>
                    <a:ext uri="{9D8B030D-6E8A-4147-A177-3AD203B41FA5}">
                      <a16:colId xmlns:a16="http://schemas.microsoft.com/office/drawing/2014/main" val="20001"/>
                    </a:ext>
                  </a:extLst>
                </a:gridCol>
                <a:gridCol w="1081548">
                  <a:extLst>
                    <a:ext uri="{9D8B030D-6E8A-4147-A177-3AD203B41FA5}">
                      <a16:colId xmlns:a16="http://schemas.microsoft.com/office/drawing/2014/main" val="20002"/>
                    </a:ext>
                  </a:extLst>
                </a:gridCol>
                <a:gridCol w="1406013">
                  <a:extLst>
                    <a:ext uri="{9D8B030D-6E8A-4147-A177-3AD203B41FA5}">
                      <a16:colId xmlns:a16="http://schemas.microsoft.com/office/drawing/2014/main" val="20003"/>
                    </a:ext>
                  </a:extLst>
                </a:gridCol>
                <a:gridCol w="1071716">
                  <a:extLst>
                    <a:ext uri="{9D8B030D-6E8A-4147-A177-3AD203B41FA5}">
                      <a16:colId xmlns:a16="http://schemas.microsoft.com/office/drawing/2014/main" val="20004"/>
                    </a:ext>
                  </a:extLst>
                </a:gridCol>
              </a:tblGrid>
              <a:tr h="0">
                <a:tc>
                  <a:txBody>
                    <a:bodyPr/>
                    <a:lstStyle/>
                    <a:p>
                      <a:pPr algn="ctr"/>
                      <a:r>
                        <a:rPr lang="en-US" sz="1000" dirty="0">
                          <a:latin typeface="Arial" charset="0"/>
                          <a:ea typeface="Arial" charset="0"/>
                          <a:cs typeface="Arial" charset="0"/>
                        </a:rPr>
                        <a:t>Version #</a:t>
                      </a: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000" dirty="0">
                          <a:latin typeface="Arial" charset="0"/>
                          <a:ea typeface="Arial" charset="0"/>
                          <a:cs typeface="Arial" charset="0"/>
                        </a:rPr>
                        <a:t>Author</a:t>
                      </a: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000" dirty="0">
                          <a:latin typeface="Arial" charset="0"/>
                          <a:ea typeface="Arial" charset="0"/>
                          <a:cs typeface="Arial" charset="0"/>
                        </a:rPr>
                        <a:t>Approved for issue</a:t>
                      </a: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000" dirty="0">
                          <a:latin typeface="Arial" charset="0"/>
                          <a:ea typeface="Arial" charset="0"/>
                          <a:cs typeface="Arial" charset="0"/>
                        </a:rPr>
                        <a:t>Date</a:t>
                      </a: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228600" marR="0" lvl="0" indent="-228600" algn="ctr" defTabSz="914400" rtl="0" eaLnBrk="1" fontAlgn="auto" latinLnBrk="0" hangingPunct="1">
                        <a:lnSpc>
                          <a:spcPct val="100000"/>
                        </a:lnSpc>
                        <a:spcBef>
                          <a:spcPts val="0"/>
                        </a:spcBef>
                        <a:spcAft>
                          <a:spcPts val="0"/>
                        </a:spcAft>
                        <a:buClrTx/>
                        <a:buSzTx/>
                        <a:buFontTx/>
                        <a:buNone/>
                        <a:tabLst/>
                        <a:defRPr/>
                      </a:pPr>
                      <a:r>
                        <a:rPr lang="en-US" sz="1000" baseline="0" dirty="0">
                          <a:latin typeface="Arial" charset="0"/>
                          <a:ea typeface="Arial" charset="0"/>
                          <a:cs typeface="Arial" charset="0"/>
                        </a:rPr>
                        <a:t>3</a:t>
                      </a: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aseline="0" dirty="0">
                          <a:latin typeface="Arial" charset="0"/>
                          <a:ea typeface="Arial" charset="0"/>
                          <a:cs typeface="Arial" charset="0"/>
                        </a:rPr>
                        <a:t>Miles Baker</a:t>
                      </a: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aseline="0" dirty="0">
                          <a:latin typeface="Arial" charset="0"/>
                          <a:ea typeface="Arial" charset="0"/>
                          <a:cs typeface="Arial" charset="0"/>
                        </a:rPr>
                        <a:t>Anthony Sabga III</a:t>
                      </a: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aseline="0" dirty="0">
                          <a:latin typeface="Arial" charset="0"/>
                          <a:ea typeface="Arial" charset="0"/>
                          <a:cs typeface="Arial" charset="0"/>
                        </a:rPr>
                        <a:t>8 March 2017</a:t>
                      </a: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8113353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1947 Text + image">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75"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1"/>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20" name="Text Placeholder 2">
            <a:extLst>
              <a:ext uri="{FF2B5EF4-FFF2-40B4-BE49-F238E27FC236}">
                <a16:creationId xmlns:a16="http://schemas.microsoft.com/office/drawing/2014/main" id="{FF087B98-487C-0A4D-AE42-C80A995D8343}"/>
              </a:ext>
            </a:extLst>
          </p:cNvPr>
          <p:cNvSpPr>
            <a:spLocks noGrp="1"/>
          </p:cNvSpPr>
          <p:nvPr>
            <p:ph type="body" sz="quarter" idx="19" hasCustomPrompt="1"/>
          </p:nvPr>
        </p:nvSpPr>
        <p:spPr>
          <a:xfrm>
            <a:off x="4612482" y="1990724"/>
            <a:ext cx="3843893" cy="3857626"/>
          </a:xfrm>
          <a:prstGeom prst="rect">
            <a:avLst/>
          </a:prstGeom>
        </p:spPr>
        <p:txBody>
          <a:bodyPr numCol="1"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a:t>
            </a:r>
          </a:p>
        </p:txBody>
      </p:sp>
      <p:sp>
        <p:nvSpPr>
          <p:cNvPr id="21" name="Picture Placeholder 2">
            <a:extLst>
              <a:ext uri="{FF2B5EF4-FFF2-40B4-BE49-F238E27FC236}">
                <a16:creationId xmlns:a16="http://schemas.microsoft.com/office/drawing/2014/main" id="{E30800F1-FADF-A446-A44F-C31F223DE9D0}"/>
              </a:ext>
            </a:extLst>
          </p:cNvPr>
          <p:cNvSpPr>
            <a:spLocks noGrp="1"/>
          </p:cNvSpPr>
          <p:nvPr>
            <p:ph type="pic" sz="quarter" idx="17" hasCustomPrompt="1"/>
          </p:nvPr>
        </p:nvSpPr>
        <p:spPr>
          <a:xfrm>
            <a:off x="613172" y="1990724"/>
            <a:ext cx="3958828" cy="3857626"/>
          </a:xfrm>
          <a:prstGeom prst="rect">
            <a:avLst/>
          </a:prstGeom>
        </p:spPr>
        <p:txBody>
          <a:bodyPr anchor="ctr"/>
          <a:lstStyle>
            <a:lvl1pPr marL="0" indent="0" algn="ctr">
              <a:buNone/>
              <a:defRPr sz="938" b="1"/>
            </a:lvl1pPr>
          </a:lstStyle>
          <a:p>
            <a:r>
              <a:rPr lang="en-GB" dirty="0"/>
              <a:t>INSERT IMAGE</a:t>
            </a:r>
            <a:endParaRPr lang="en-US" dirty="0"/>
          </a:p>
        </p:txBody>
      </p:sp>
      <p:pic>
        <p:nvPicPr>
          <p:cNvPr id="23" name="Image" descr="Image">
            <a:extLst>
              <a:ext uri="{FF2B5EF4-FFF2-40B4-BE49-F238E27FC236}">
                <a16:creationId xmlns:a16="http://schemas.microsoft.com/office/drawing/2014/main" id="{C3F1D793-E9B7-1540-8747-61CE53E1AE8D}"/>
              </a:ext>
            </a:extLst>
          </p:cNvPr>
          <p:cNvPicPr>
            <a:picLocks noChangeAspect="1"/>
          </p:cNvPicPr>
          <p:nvPr userDrawn="1"/>
        </p:nvPicPr>
        <p:blipFill rotWithShape="1">
          <a:blip r:embed="rId2">
            <a:alphaModFix amt="10000"/>
          </a:blip>
          <a:srcRect l="32082" t="5133" r="17871" b="42892"/>
          <a:stretch/>
        </p:blipFill>
        <p:spPr>
          <a:xfrm rot="10800000" flipH="1">
            <a:off x="7934172" y="-23105"/>
            <a:ext cx="1209829" cy="706956"/>
          </a:xfrm>
          <a:prstGeom prst="rect">
            <a:avLst/>
          </a:prstGeom>
          <a:ln w="12700">
            <a:miter lim="400000"/>
          </a:ln>
        </p:spPr>
      </p:pic>
      <p:pic>
        <p:nvPicPr>
          <p:cNvPr id="15" name="Image" descr="Image">
            <a:extLst>
              <a:ext uri="{FF2B5EF4-FFF2-40B4-BE49-F238E27FC236}">
                <a16:creationId xmlns:a16="http://schemas.microsoft.com/office/drawing/2014/main" id="{89F6683D-3EAB-BE43-81EF-A849092C14A1}"/>
              </a:ext>
            </a:extLst>
          </p:cNvPr>
          <p:cNvPicPr>
            <a:picLocks noChangeAspect="1"/>
          </p:cNvPicPr>
          <p:nvPr userDrawn="1"/>
        </p:nvPicPr>
        <p:blipFill>
          <a:blip r:embed="rId2"/>
          <a:srcRect l="32082" t="5131" r="17030" b="32916"/>
          <a:stretch>
            <a:fillRect/>
          </a:stretch>
        </p:blipFill>
        <p:spPr>
          <a:xfrm>
            <a:off x="7930782" y="6036931"/>
            <a:ext cx="1230153" cy="842681"/>
          </a:xfrm>
          <a:prstGeom prst="rect">
            <a:avLst/>
          </a:prstGeom>
          <a:ln w="12700">
            <a:miter lim="400000"/>
          </a:ln>
        </p:spPr>
      </p:pic>
      <p:sp>
        <p:nvSpPr>
          <p:cNvPr id="24" name="Slide Number Placeholder 1">
            <a:extLst>
              <a:ext uri="{FF2B5EF4-FFF2-40B4-BE49-F238E27FC236}">
                <a16:creationId xmlns:a16="http://schemas.microsoft.com/office/drawing/2014/main" id="{40416420-AD82-1E43-82DA-82559867D146}"/>
              </a:ext>
            </a:extLst>
          </p:cNvPr>
          <p:cNvSpPr>
            <a:spLocks noGrp="1"/>
          </p:cNvSpPr>
          <p:nvPr>
            <p:ph type="sldNum" sz="quarter" idx="4"/>
          </p:nvPr>
        </p:nvSpPr>
        <p:spPr>
          <a:xfrm>
            <a:off x="8529375" y="6529270"/>
            <a:ext cx="536308" cy="303304"/>
          </a:xfrm>
          <a:prstGeom prst="rect">
            <a:avLst/>
          </a:prstGeom>
        </p:spPr>
        <p:txBody>
          <a:bodyPr vert="horz" lIns="91440" tIns="45720" rIns="91440" bIns="45720" rtlCol="0" anchor="ctr"/>
          <a:lstStyle>
            <a:lvl1pPr algn="r">
              <a:defRPr sz="600">
                <a:solidFill>
                  <a:schemeClr val="tx1">
                    <a:tint val="75000"/>
                  </a:schemeClr>
                </a:solidFill>
              </a:defRPr>
            </a:lvl1pPr>
          </a:lstStyle>
          <a:p>
            <a:fld id="{5E89B1FD-11B0-0F4B-A0BD-A76170B314AE}" type="slidenum">
              <a:rPr lang="en-US" smtClean="0"/>
              <a:pPr/>
              <a:t>‹#›</a:t>
            </a:fld>
            <a:endParaRPr lang="en-US" sz="600" dirty="0"/>
          </a:p>
        </p:txBody>
      </p:sp>
      <p:pic>
        <p:nvPicPr>
          <p:cNvPr id="13" name="Picture 12">
            <a:extLst>
              <a:ext uri="{FF2B5EF4-FFF2-40B4-BE49-F238E27FC236}">
                <a16:creationId xmlns:a16="http://schemas.microsoft.com/office/drawing/2014/main" id="{A0AEE96E-BBAC-304B-AF64-831A494EEB33}"/>
              </a:ext>
            </a:extLst>
          </p:cNvPr>
          <p:cNvPicPr>
            <a:picLocks noChangeAspect="1"/>
          </p:cNvPicPr>
          <p:nvPr userDrawn="1"/>
        </p:nvPicPr>
        <p:blipFill>
          <a:blip r:embed="rId3"/>
          <a:stretch>
            <a:fillRect/>
          </a:stretch>
        </p:blipFill>
        <p:spPr>
          <a:xfrm>
            <a:off x="7979042" y="325147"/>
            <a:ext cx="954665" cy="739865"/>
          </a:xfrm>
          <a:prstGeom prst="rect">
            <a:avLst/>
          </a:prstGeom>
        </p:spPr>
      </p:pic>
    </p:spTree>
    <p:extLst>
      <p:ext uri="{BB962C8B-B14F-4D97-AF65-F5344CB8AC3E}">
        <p14:creationId xmlns:p14="http://schemas.microsoft.com/office/powerpoint/2010/main" val="1307229364"/>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960 Cover">
    <p:spTree>
      <p:nvGrpSpPr>
        <p:cNvPr id="1" name=""/>
        <p:cNvGrpSpPr/>
        <p:nvPr/>
      </p:nvGrpSpPr>
      <p:grpSpPr>
        <a:xfrm>
          <a:off x="0" y="0"/>
          <a:ext cx="0" cy="0"/>
          <a:chOff x="0" y="0"/>
          <a:chExt cx="0" cy="0"/>
        </a:xfrm>
      </p:grpSpPr>
      <p:sp>
        <p:nvSpPr>
          <p:cNvPr id="14" name="Title Text"/>
          <p:cNvSpPr txBox="1">
            <a:spLocks noGrp="1"/>
          </p:cNvSpPr>
          <p:nvPr>
            <p:ph type="title" hasCustomPrompt="1"/>
          </p:nvPr>
        </p:nvSpPr>
        <p:spPr>
          <a:xfrm>
            <a:off x="742950" y="2803357"/>
            <a:ext cx="6882064" cy="2614186"/>
          </a:xfrm>
          <a:prstGeom prst="rect">
            <a:avLst/>
          </a:prstGeom>
        </p:spPr>
        <p:txBody>
          <a:bodyPr anchor="ctr"/>
          <a:lstStyle>
            <a:lvl1pPr>
              <a:defRPr sz="3000" b="0" i="0">
                <a:latin typeface="Trebuchet MS" panose="020B0703020202090204" pitchFamily="34" charset="0"/>
                <a:ea typeface="Open Sans" panose="020B0606030504020204" pitchFamily="34" charset="0"/>
                <a:cs typeface="Open Sans" panose="020B0606030504020204" pitchFamily="34" charset="0"/>
              </a:defRPr>
            </a:lvl1pPr>
          </a:lstStyle>
          <a:p>
            <a:r>
              <a:rPr dirty="0"/>
              <a:t>Title Text</a:t>
            </a:r>
          </a:p>
        </p:txBody>
      </p:sp>
      <p:sp>
        <p:nvSpPr>
          <p:cNvPr id="7" name="Text Placeholder 2">
            <a:extLst>
              <a:ext uri="{FF2B5EF4-FFF2-40B4-BE49-F238E27FC236}">
                <a16:creationId xmlns:a16="http://schemas.microsoft.com/office/drawing/2014/main" id="{1C77C7DA-3A50-874E-90DF-46E99B3E65D4}"/>
              </a:ext>
            </a:extLst>
          </p:cNvPr>
          <p:cNvSpPr>
            <a:spLocks noGrp="1"/>
          </p:cNvSpPr>
          <p:nvPr>
            <p:ph type="body" sz="quarter" idx="11" hasCustomPrompt="1"/>
          </p:nvPr>
        </p:nvSpPr>
        <p:spPr>
          <a:xfrm>
            <a:off x="742956" y="5607050"/>
            <a:ext cx="3528647" cy="636588"/>
          </a:xfrm>
          <a:prstGeom prst="rect">
            <a:avLst/>
          </a:prstGeom>
        </p:spPr>
        <p:txBody>
          <a:bodyPr/>
          <a:lstStyle>
            <a:lvl1pPr marL="0" indent="0">
              <a:buNone/>
              <a:defRPr sz="1350">
                <a:solidFill>
                  <a:schemeClr val="bg1"/>
                </a:solidFill>
                <a:latin typeface="+mn-lt"/>
              </a:defRPr>
            </a:lvl1pPr>
          </a:lstStyle>
          <a:p>
            <a:pPr lvl="0"/>
            <a:r>
              <a:rPr lang="en-US" sz="1350" dirty="0">
                <a:latin typeface="+mn-lt"/>
              </a:rPr>
              <a:t>01 June 2020 (Change date)</a:t>
            </a:r>
            <a:endParaRPr lang="en-US" dirty="0"/>
          </a:p>
        </p:txBody>
      </p:sp>
      <p:sp>
        <p:nvSpPr>
          <p:cNvPr id="2" name="TextBox 1">
            <a:extLst>
              <a:ext uri="{FF2B5EF4-FFF2-40B4-BE49-F238E27FC236}">
                <a16:creationId xmlns:a16="http://schemas.microsoft.com/office/drawing/2014/main" id="{BDC0CE3B-87B9-B749-8F09-21B7391A3198}"/>
              </a:ext>
            </a:extLst>
          </p:cNvPr>
          <p:cNvSpPr txBox="1"/>
          <p:nvPr userDrawn="1"/>
        </p:nvSpPr>
        <p:spPr>
          <a:xfrm rot="2931761">
            <a:off x="7410734" y="1981655"/>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rtlCol="0" anchor="ctr">
            <a:normAutofit fontScale="25000" lnSpcReduction="20000"/>
          </a:bodyPr>
          <a:lstStyle/>
          <a:p>
            <a:pPr algn="l"/>
            <a:endParaRPr lang="en-US" sz="3000" b="0" dirty="0">
              <a:latin typeface="Open Sans SemiBold"/>
              <a:ea typeface="Open Sans SemiBold"/>
              <a:cs typeface="Open Sans SemiBold"/>
              <a:sym typeface="Open Sans SemiBold"/>
            </a:endParaRPr>
          </a:p>
        </p:txBody>
      </p:sp>
    </p:spTree>
    <p:extLst>
      <p:ext uri="{BB962C8B-B14F-4D97-AF65-F5344CB8AC3E}">
        <p14:creationId xmlns:p14="http://schemas.microsoft.com/office/powerpoint/2010/main" val="2145434627"/>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1960 Empt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45D37D-BD1B-1C4D-9587-30197E07D67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grpSp>
        <p:nvGrpSpPr>
          <p:cNvPr id="13" name="Group 12">
            <a:extLst>
              <a:ext uri="{FF2B5EF4-FFF2-40B4-BE49-F238E27FC236}">
                <a16:creationId xmlns:a16="http://schemas.microsoft.com/office/drawing/2014/main" id="{CE2E621B-52A0-A54A-8F39-33FD7FE131D2}"/>
              </a:ext>
            </a:extLst>
          </p:cNvPr>
          <p:cNvGrpSpPr/>
          <p:nvPr userDrawn="1"/>
        </p:nvGrpSpPr>
        <p:grpSpPr>
          <a:xfrm>
            <a:off x="7913847" y="6016610"/>
            <a:ext cx="1230154" cy="842681"/>
            <a:chOff x="21558662" y="12102169"/>
            <a:chExt cx="2874602" cy="1641077"/>
          </a:xfrm>
        </p:grpSpPr>
        <p:pic>
          <p:nvPicPr>
            <p:cNvPr id="14" name="Image" descr="Image">
              <a:extLst>
                <a:ext uri="{FF2B5EF4-FFF2-40B4-BE49-F238E27FC236}">
                  <a16:creationId xmlns:a16="http://schemas.microsoft.com/office/drawing/2014/main" id="{DABF6F1A-4469-DD4F-82AD-C790CEB414ED}"/>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15" name="TextBox 14">
              <a:extLst>
                <a:ext uri="{FF2B5EF4-FFF2-40B4-BE49-F238E27FC236}">
                  <a16:creationId xmlns:a16="http://schemas.microsoft.com/office/drawing/2014/main" id="{1D4ED21B-3508-204A-BF67-54D8C511EBE5}"/>
                </a:ext>
              </a:extLst>
            </p:cNvPr>
            <p:cNvSpPr txBox="1"/>
            <p:nvPr userDrawn="1"/>
          </p:nvSpPr>
          <p:spPr>
            <a:xfrm>
              <a:off x="23376834" y="13154535"/>
              <a:ext cx="1005578" cy="4073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spTree>
    <p:extLst>
      <p:ext uri="{BB962C8B-B14F-4D97-AF65-F5344CB8AC3E}">
        <p14:creationId xmlns:p14="http://schemas.microsoft.com/office/powerpoint/2010/main" val="3930301789"/>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1960 2 colomn">
    <p:spTree>
      <p:nvGrpSpPr>
        <p:cNvPr id="1" name=""/>
        <p:cNvGrpSpPr/>
        <p:nvPr/>
      </p:nvGrpSpPr>
      <p:grpSpPr>
        <a:xfrm>
          <a:off x="0" y="0"/>
          <a:ext cx="0" cy="0"/>
          <a:chOff x="0" y="0"/>
          <a:chExt cx="0" cy="0"/>
        </a:xfrm>
      </p:grpSpPr>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18" name="Text Placeholder 2">
            <a:extLst>
              <a:ext uri="{FF2B5EF4-FFF2-40B4-BE49-F238E27FC236}">
                <a16:creationId xmlns:a16="http://schemas.microsoft.com/office/drawing/2014/main" id="{75700DFF-14F1-2E4C-8952-B5857EBADEA6}"/>
              </a:ext>
            </a:extLst>
          </p:cNvPr>
          <p:cNvSpPr>
            <a:spLocks noGrp="1"/>
          </p:cNvSpPr>
          <p:nvPr>
            <p:ph type="body" sz="quarter" idx="18" hasCustomPrompt="1"/>
          </p:nvPr>
        </p:nvSpPr>
        <p:spPr>
          <a:xfrm>
            <a:off x="613212" y="1990724"/>
            <a:ext cx="7871734" cy="3857626"/>
          </a:xfrm>
          <a:prstGeom prst="rect">
            <a:avLst/>
          </a:prstGeom>
        </p:spPr>
        <p:txBody>
          <a:bodyPr numCol="2"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Extra explanatory text, Open Sans Regular 25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a:t>
            </a:r>
          </a:p>
        </p:txBody>
      </p:sp>
      <p:grpSp>
        <p:nvGrpSpPr>
          <p:cNvPr id="19" name="Group 18">
            <a:extLst>
              <a:ext uri="{FF2B5EF4-FFF2-40B4-BE49-F238E27FC236}">
                <a16:creationId xmlns:a16="http://schemas.microsoft.com/office/drawing/2014/main" id="{A1905FD1-511E-6345-9733-7A99FD83C2B1}"/>
              </a:ext>
            </a:extLst>
          </p:cNvPr>
          <p:cNvGrpSpPr/>
          <p:nvPr userDrawn="1"/>
        </p:nvGrpSpPr>
        <p:grpSpPr>
          <a:xfrm>
            <a:off x="7913847" y="6016610"/>
            <a:ext cx="1230154" cy="842681"/>
            <a:chOff x="21558662" y="12102169"/>
            <a:chExt cx="2874602" cy="1641077"/>
          </a:xfrm>
        </p:grpSpPr>
        <p:pic>
          <p:nvPicPr>
            <p:cNvPr id="20" name="Image" descr="Image">
              <a:extLst>
                <a:ext uri="{FF2B5EF4-FFF2-40B4-BE49-F238E27FC236}">
                  <a16:creationId xmlns:a16="http://schemas.microsoft.com/office/drawing/2014/main" id="{C33A4C3A-82B3-A344-8431-110FA616FD21}"/>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21" name="TextBox 20">
              <a:extLst>
                <a:ext uri="{FF2B5EF4-FFF2-40B4-BE49-F238E27FC236}">
                  <a16:creationId xmlns:a16="http://schemas.microsoft.com/office/drawing/2014/main" id="{B2ABB41E-B965-C146-95DC-F78A550AE57E}"/>
                </a:ext>
              </a:extLst>
            </p:cNvPr>
            <p:cNvSpPr txBox="1"/>
            <p:nvPr userDrawn="1"/>
          </p:nvSpPr>
          <p:spPr>
            <a:xfrm>
              <a:off x="23376834" y="13154535"/>
              <a:ext cx="1005578" cy="4073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pic>
        <p:nvPicPr>
          <p:cNvPr id="22" name="Image" descr="Image">
            <a:extLst>
              <a:ext uri="{FF2B5EF4-FFF2-40B4-BE49-F238E27FC236}">
                <a16:creationId xmlns:a16="http://schemas.microsoft.com/office/drawing/2014/main" id="{77A959DB-D9C6-3D48-9630-C82E7C2E0411}"/>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pic>
        <p:nvPicPr>
          <p:cNvPr id="13" name="Picture 12">
            <a:extLst>
              <a:ext uri="{FF2B5EF4-FFF2-40B4-BE49-F238E27FC236}">
                <a16:creationId xmlns:a16="http://schemas.microsoft.com/office/drawing/2014/main" id="{38F9047E-EFD8-4449-8CD0-6B2D35B10F5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Tree>
    <p:extLst>
      <p:ext uri="{BB962C8B-B14F-4D97-AF65-F5344CB8AC3E}">
        <p14:creationId xmlns:p14="http://schemas.microsoft.com/office/powerpoint/2010/main" val="637588988"/>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1960 Text + image">
    <p:spTree>
      <p:nvGrpSpPr>
        <p:cNvPr id="1" name=""/>
        <p:cNvGrpSpPr/>
        <p:nvPr/>
      </p:nvGrpSpPr>
      <p:grpSpPr>
        <a:xfrm>
          <a:off x="0" y="0"/>
          <a:ext cx="0" cy="0"/>
          <a:chOff x="0" y="0"/>
          <a:chExt cx="0" cy="0"/>
        </a:xfrm>
      </p:grpSpPr>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20" name="Text Placeholder 2">
            <a:extLst>
              <a:ext uri="{FF2B5EF4-FFF2-40B4-BE49-F238E27FC236}">
                <a16:creationId xmlns:a16="http://schemas.microsoft.com/office/drawing/2014/main" id="{FF087B98-487C-0A4D-AE42-C80A995D8343}"/>
              </a:ext>
            </a:extLst>
          </p:cNvPr>
          <p:cNvSpPr>
            <a:spLocks noGrp="1"/>
          </p:cNvSpPr>
          <p:nvPr>
            <p:ph type="body" sz="quarter" idx="19" hasCustomPrompt="1"/>
          </p:nvPr>
        </p:nvSpPr>
        <p:spPr>
          <a:xfrm>
            <a:off x="4612484" y="1990724"/>
            <a:ext cx="3843893" cy="3857626"/>
          </a:xfrm>
          <a:prstGeom prst="rect">
            <a:avLst/>
          </a:prstGeom>
        </p:spPr>
        <p:txBody>
          <a:bodyPr numCol="1"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a:t>
            </a:r>
          </a:p>
        </p:txBody>
      </p:sp>
      <p:sp>
        <p:nvSpPr>
          <p:cNvPr id="21" name="Picture Placeholder 2">
            <a:extLst>
              <a:ext uri="{FF2B5EF4-FFF2-40B4-BE49-F238E27FC236}">
                <a16:creationId xmlns:a16="http://schemas.microsoft.com/office/drawing/2014/main" id="{E30800F1-FADF-A446-A44F-C31F223DE9D0}"/>
              </a:ext>
            </a:extLst>
          </p:cNvPr>
          <p:cNvSpPr>
            <a:spLocks noGrp="1"/>
          </p:cNvSpPr>
          <p:nvPr>
            <p:ph type="pic" sz="quarter" idx="17" hasCustomPrompt="1"/>
          </p:nvPr>
        </p:nvSpPr>
        <p:spPr>
          <a:xfrm>
            <a:off x="613175" y="1990724"/>
            <a:ext cx="3958828" cy="3857626"/>
          </a:xfrm>
          <a:prstGeom prst="rect">
            <a:avLst/>
          </a:prstGeom>
        </p:spPr>
        <p:txBody>
          <a:bodyPr anchor="ctr"/>
          <a:lstStyle>
            <a:lvl1pPr marL="0" indent="0" algn="ctr">
              <a:buNone/>
              <a:defRPr sz="938" b="1"/>
            </a:lvl1pPr>
          </a:lstStyle>
          <a:p>
            <a:r>
              <a:rPr lang="en-GB" dirty="0"/>
              <a:t>INSERT IMAGE</a:t>
            </a:r>
            <a:endParaRPr lang="en-US" dirty="0"/>
          </a:p>
        </p:txBody>
      </p:sp>
      <p:grpSp>
        <p:nvGrpSpPr>
          <p:cNvPr id="18" name="Group 17">
            <a:extLst>
              <a:ext uri="{FF2B5EF4-FFF2-40B4-BE49-F238E27FC236}">
                <a16:creationId xmlns:a16="http://schemas.microsoft.com/office/drawing/2014/main" id="{4C45C648-B343-0142-AC48-BDC54477751C}"/>
              </a:ext>
            </a:extLst>
          </p:cNvPr>
          <p:cNvGrpSpPr/>
          <p:nvPr userDrawn="1"/>
        </p:nvGrpSpPr>
        <p:grpSpPr>
          <a:xfrm>
            <a:off x="7913847" y="6016610"/>
            <a:ext cx="1230154" cy="842681"/>
            <a:chOff x="21558662" y="12102169"/>
            <a:chExt cx="2874602" cy="1641077"/>
          </a:xfrm>
        </p:grpSpPr>
        <p:pic>
          <p:nvPicPr>
            <p:cNvPr id="19" name="Image" descr="Image">
              <a:extLst>
                <a:ext uri="{FF2B5EF4-FFF2-40B4-BE49-F238E27FC236}">
                  <a16:creationId xmlns:a16="http://schemas.microsoft.com/office/drawing/2014/main" id="{D4337E65-04EA-4044-A808-1F06AA1336B9}"/>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22" name="TextBox 21">
              <a:extLst>
                <a:ext uri="{FF2B5EF4-FFF2-40B4-BE49-F238E27FC236}">
                  <a16:creationId xmlns:a16="http://schemas.microsoft.com/office/drawing/2014/main" id="{AEE9C509-1EC0-A44D-BB24-BDCE29717514}"/>
                </a:ext>
              </a:extLst>
            </p:cNvPr>
            <p:cNvSpPr txBox="1"/>
            <p:nvPr userDrawn="1"/>
          </p:nvSpPr>
          <p:spPr>
            <a:xfrm>
              <a:off x="23376834" y="13154535"/>
              <a:ext cx="1005578" cy="4073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pic>
        <p:nvPicPr>
          <p:cNvPr id="23" name="Image" descr="Image">
            <a:extLst>
              <a:ext uri="{FF2B5EF4-FFF2-40B4-BE49-F238E27FC236}">
                <a16:creationId xmlns:a16="http://schemas.microsoft.com/office/drawing/2014/main" id="{C3F1D793-E9B7-1540-8747-61CE53E1AE8D}"/>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pic>
        <p:nvPicPr>
          <p:cNvPr id="13" name="Picture 12">
            <a:extLst>
              <a:ext uri="{FF2B5EF4-FFF2-40B4-BE49-F238E27FC236}">
                <a16:creationId xmlns:a16="http://schemas.microsoft.com/office/drawing/2014/main" id="{527DC594-73C9-E349-AED6-B1074A9B7AB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Tree>
    <p:extLst>
      <p:ext uri="{BB962C8B-B14F-4D97-AF65-F5344CB8AC3E}">
        <p14:creationId xmlns:p14="http://schemas.microsoft.com/office/powerpoint/2010/main" val="3941630568"/>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1960 Full text">
    <p:spTree>
      <p:nvGrpSpPr>
        <p:cNvPr id="1" name=""/>
        <p:cNvGrpSpPr/>
        <p:nvPr/>
      </p:nvGrpSpPr>
      <p:grpSpPr>
        <a:xfrm>
          <a:off x="0" y="0"/>
          <a:ext cx="0" cy="0"/>
          <a:chOff x="0" y="0"/>
          <a:chExt cx="0" cy="0"/>
        </a:xfrm>
      </p:grpSpPr>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19" name="Text Placeholder 2">
            <a:extLst>
              <a:ext uri="{FF2B5EF4-FFF2-40B4-BE49-F238E27FC236}">
                <a16:creationId xmlns:a16="http://schemas.microsoft.com/office/drawing/2014/main" id="{C39C6CE7-E4E5-CD42-88A1-0F43BE0B5EEC}"/>
              </a:ext>
            </a:extLst>
          </p:cNvPr>
          <p:cNvSpPr>
            <a:spLocks noGrp="1"/>
          </p:cNvSpPr>
          <p:nvPr>
            <p:ph type="body" sz="quarter" idx="18" hasCustomPrompt="1"/>
          </p:nvPr>
        </p:nvSpPr>
        <p:spPr>
          <a:xfrm>
            <a:off x="613212" y="1990724"/>
            <a:ext cx="7871734" cy="3857626"/>
          </a:xfrm>
          <a:prstGeom prst="rect">
            <a:avLst/>
          </a:prstGeom>
        </p:spPr>
        <p:txBody>
          <a:bodyPr numCol="1" spcCol="180000">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Extra explanatory text, Open Sans Regular 25 pt.  ///  This can consist of multiple sentences</a:t>
            </a:r>
          </a:p>
        </p:txBody>
      </p:sp>
      <p:grpSp>
        <p:nvGrpSpPr>
          <p:cNvPr id="18" name="Group 17">
            <a:extLst>
              <a:ext uri="{FF2B5EF4-FFF2-40B4-BE49-F238E27FC236}">
                <a16:creationId xmlns:a16="http://schemas.microsoft.com/office/drawing/2014/main" id="{3FBE1E43-8697-BA4A-95B2-F1122E958766}"/>
              </a:ext>
            </a:extLst>
          </p:cNvPr>
          <p:cNvGrpSpPr/>
          <p:nvPr userDrawn="1"/>
        </p:nvGrpSpPr>
        <p:grpSpPr>
          <a:xfrm>
            <a:off x="7913847" y="6016610"/>
            <a:ext cx="1230154" cy="842681"/>
            <a:chOff x="21558662" y="12102169"/>
            <a:chExt cx="2874602" cy="1641077"/>
          </a:xfrm>
        </p:grpSpPr>
        <p:pic>
          <p:nvPicPr>
            <p:cNvPr id="20" name="Image" descr="Image">
              <a:extLst>
                <a:ext uri="{FF2B5EF4-FFF2-40B4-BE49-F238E27FC236}">
                  <a16:creationId xmlns:a16="http://schemas.microsoft.com/office/drawing/2014/main" id="{F4FC4958-5730-6F48-821B-697A82EC59AB}"/>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21" name="TextBox 20">
              <a:extLst>
                <a:ext uri="{FF2B5EF4-FFF2-40B4-BE49-F238E27FC236}">
                  <a16:creationId xmlns:a16="http://schemas.microsoft.com/office/drawing/2014/main" id="{120CDF99-92FA-4F41-9F69-4E0B03F7A818}"/>
                </a:ext>
              </a:extLst>
            </p:cNvPr>
            <p:cNvSpPr txBox="1"/>
            <p:nvPr userDrawn="1"/>
          </p:nvSpPr>
          <p:spPr>
            <a:xfrm>
              <a:off x="23376834" y="13154535"/>
              <a:ext cx="1005578" cy="4073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pic>
        <p:nvPicPr>
          <p:cNvPr id="22" name="Image" descr="Image">
            <a:extLst>
              <a:ext uri="{FF2B5EF4-FFF2-40B4-BE49-F238E27FC236}">
                <a16:creationId xmlns:a16="http://schemas.microsoft.com/office/drawing/2014/main" id="{D1B87532-7232-0C48-8763-E70667A7DBB9}"/>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pic>
        <p:nvPicPr>
          <p:cNvPr id="13" name="Picture 12">
            <a:extLst>
              <a:ext uri="{FF2B5EF4-FFF2-40B4-BE49-F238E27FC236}">
                <a16:creationId xmlns:a16="http://schemas.microsoft.com/office/drawing/2014/main" id="{C7107ECD-14BE-E04B-943A-9CB4E152964E}"/>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Tree>
    <p:extLst>
      <p:ext uri="{BB962C8B-B14F-4D97-AF65-F5344CB8AC3E}">
        <p14:creationId xmlns:p14="http://schemas.microsoft.com/office/powerpoint/2010/main" val="603911817"/>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960 Image">
    <p:spTree>
      <p:nvGrpSpPr>
        <p:cNvPr id="1" name=""/>
        <p:cNvGrpSpPr/>
        <p:nvPr/>
      </p:nvGrpSpPr>
      <p:grpSpPr>
        <a:xfrm>
          <a:off x="0" y="0"/>
          <a:ext cx="0" cy="0"/>
          <a:chOff x="0" y="0"/>
          <a:chExt cx="0" cy="0"/>
        </a:xfrm>
      </p:grpSpPr>
      <p:sp>
        <p:nvSpPr>
          <p:cNvPr id="27" name="Rectangle"/>
          <p:cNvSpPr/>
          <p:nvPr/>
        </p:nvSpPr>
        <p:spPr>
          <a:xfrm>
            <a:off x="-17144" y="-23105"/>
            <a:ext cx="204940" cy="866578"/>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4" y="915193"/>
            <a:ext cx="7551774" cy="719885"/>
          </a:xfrm>
          <a:prstGeom prst="rect">
            <a:avLst/>
          </a:prstGeom>
        </p:spPr>
        <p:txBody>
          <a:bodyPr>
            <a:normAutofit/>
          </a:bodyPr>
          <a:lstStyle>
            <a:lvl1pPr marL="0" indent="0">
              <a:buNone/>
              <a:defRPr sz="1000">
                <a:latin typeface="+mn-lt"/>
              </a:defRPr>
            </a:lvl1pPr>
          </a:lstStyle>
          <a:p>
            <a:pPr lvl="0"/>
            <a:r>
              <a:rPr lang="en-US" dirty="0"/>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4"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dirty="0"/>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8" y="425589"/>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dirty="0"/>
              <a:t>Add Title with Important Words in Capital, Trebuchet 20pt.</a:t>
            </a:r>
            <a:endParaRPr dirty="0"/>
          </a:p>
        </p:txBody>
      </p:sp>
      <p:sp>
        <p:nvSpPr>
          <p:cNvPr id="18" name="Picture Placeholder 2">
            <a:extLst>
              <a:ext uri="{FF2B5EF4-FFF2-40B4-BE49-F238E27FC236}">
                <a16:creationId xmlns:a16="http://schemas.microsoft.com/office/drawing/2014/main" id="{B77969EA-B55C-894D-9358-83560C825FB1}"/>
              </a:ext>
            </a:extLst>
          </p:cNvPr>
          <p:cNvSpPr>
            <a:spLocks noGrp="1"/>
          </p:cNvSpPr>
          <p:nvPr>
            <p:ph type="pic" sz="quarter" idx="17" hasCustomPrompt="1"/>
          </p:nvPr>
        </p:nvSpPr>
        <p:spPr>
          <a:xfrm>
            <a:off x="613173" y="1990724"/>
            <a:ext cx="7923014" cy="3857626"/>
          </a:xfrm>
          <a:prstGeom prst="rect">
            <a:avLst/>
          </a:prstGeom>
        </p:spPr>
        <p:txBody>
          <a:bodyPr anchor="ctr"/>
          <a:lstStyle>
            <a:lvl1pPr marL="0" marR="0" indent="0" algn="ctr" defTabSz="309515" rtl="0" eaLnBrk="1" fontAlgn="auto" latinLnBrk="0" hangingPunct="1">
              <a:lnSpc>
                <a:spcPct val="100000"/>
              </a:lnSpc>
              <a:spcBef>
                <a:spcPts val="2213"/>
              </a:spcBef>
              <a:spcAft>
                <a:spcPts val="0"/>
              </a:spcAft>
              <a:buClrTx/>
              <a:buSzPct val="125000"/>
              <a:buFontTx/>
              <a:buNone/>
              <a:tabLst/>
              <a:defRPr sz="938" b="1"/>
            </a:lvl1pPr>
          </a:lstStyle>
          <a:p>
            <a:pPr marL="0" marR="0" lvl="0" indent="0" algn="l" defTabSz="309515" rtl="0" eaLnBrk="1" fontAlgn="auto" latinLnBrk="0" hangingPunct="1">
              <a:lnSpc>
                <a:spcPct val="100000"/>
              </a:lnSpc>
              <a:spcBef>
                <a:spcPts val="2213"/>
              </a:spcBef>
              <a:spcAft>
                <a:spcPts val="0"/>
              </a:spcAft>
              <a:buClrTx/>
              <a:buSzPct val="125000"/>
              <a:buFontTx/>
              <a:buNone/>
              <a:tabLst/>
              <a:defRPr/>
            </a:pPr>
            <a:r>
              <a:rPr lang="en-GB" dirty="0"/>
              <a:t>INSERT IMAGE</a:t>
            </a:r>
            <a:endParaRPr lang="en-US" dirty="0"/>
          </a:p>
        </p:txBody>
      </p:sp>
      <p:grpSp>
        <p:nvGrpSpPr>
          <p:cNvPr id="19" name="Group 18">
            <a:extLst>
              <a:ext uri="{FF2B5EF4-FFF2-40B4-BE49-F238E27FC236}">
                <a16:creationId xmlns:a16="http://schemas.microsoft.com/office/drawing/2014/main" id="{E883DAB2-BB1D-EE45-9E97-487B34CA0014}"/>
              </a:ext>
            </a:extLst>
          </p:cNvPr>
          <p:cNvGrpSpPr/>
          <p:nvPr userDrawn="1"/>
        </p:nvGrpSpPr>
        <p:grpSpPr>
          <a:xfrm>
            <a:off x="7913847" y="6016610"/>
            <a:ext cx="1230154" cy="842681"/>
            <a:chOff x="21558662" y="12102169"/>
            <a:chExt cx="2874602" cy="1641077"/>
          </a:xfrm>
        </p:grpSpPr>
        <p:pic>
          <p:nvPicPr>
            <p:cNvPr id="20" name="Image" descr="Image">
              <a:extLst>
                <a:ext uri="{FF2B5EF4-FFF2-40B4-BE49-F238E27FC236}">
                  <a16:creationId xmlns:a16="http://schemas.microsoft.com/office/drawing/2014/main" id="{C3687AE1-F5E0-284F-A6A1-4C087D44496B}"/>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21" name="TextBox 20">
              <a:extLst>
                <a:ext uri="{FF2B5EF4-FFF2-40B4-BE49-F238E27FC236}">
                  <a16:creationId xmlns:a16="http://schemas.microsoft.com/office/drawing/2014/main" id="{0401B3FD-6F5E-4046-A52F-49A472328940}"/>
                </a:ext>
              </a:extLst>
            </p:cNvPr>
            <p:cNvSpPr txBox="1"/>
            <p:nvPr userDrawn="1"/>
          </p:nvSpPr>
          <p:spPr>
            <a:xfrm>
              <a:off x="23376834" y="13154535"/>
              <a:ext cx="1005578" cy="4073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fontScale="475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pic>
        <p:nvPicPr>
          <p:cNvPr id="22" name="Image" descr="Image">
            <a:extLst>
              <a:ext uri="{FF2B5EF4-FFF2-40B4-BE49-F238E27FC236}">
                <a16:creationId xmlns:a16="http://schemas.microsoft.com/office/drawing/2014/main" id="{FFB7FAA2-A74D-8D4D-9F41-9FF0DD80EF10}"/>
              </a:ext>
            </a:extLst>
          </p:cNvPr>
          <p:cNvPicPr>
            <a:picLocks noChangeAspect="1"/>
          </p:cNvPicPr>
          <p:nvPr userDrawn="1"/>
        </p:nvPicPr>
        <p:blipFill rotWithShape="1">
          <a:blip r:embed="rId3" cstate="email">
            <a:alphaModFix amt="10000"/>
            <a:extLst>
              <a:ext uri="{28A0092B-C50C-407E-A947-70E740481C1C}">
                <a14:useLocalDpi xmlns:a14="http://schemas.microsoft.com/office/drawing/2010/main"/>
              </a:ext>
            </a:extLst>
          </a:blip>
          <a:srcRect/>
          <a:stretch/>
        </p:blipFill>
        <p:spPr>
          <a:xfrm rot="10800000" flipH="1">
            <a:off x="7934177" y="-23105"/>
            <a:ext cx="1209829" cy="706956"/>
          </a:xfrm>
          <a:prstGeom prst="rect">
            <a:avLst/>
          </a:prstGeom>
          <a:ln w="12700">
            <a:miter lim="400000"/>
          </a:ln>
        </p:spPr>
      </p:pic>
      <p:pic>
        <p:nvPicPr>
          <p:cNvPr id="13" name="Picture 12">
            <a:extLst>
              <a:ext uri="{FF2B5EF4-FFF2-40B4-BE49-F238E27FC236}">
                <a16:creationId xmlns:a16="http://schemas.microsoft.com/office/drawing/2014/main" id="{5EC9092D-3BE2-A041-BB6B-FFED218D803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896935" y="18899"/>
            <a:ext cx="1120066" cy="1344079"/>
          </a:xfrm>
          <a:prstGeom prst="rect">
            <a:avLst/>
          </a:prstGeom>
        </p:spPr>
      </p:pic>
    </p:spTree>
    <p:extLst>
      <p:ext uri="{BB962C8B-B14F-4D97-AF65-F5344CB8AC3E}">
        <p14:creationId xmlns:p14="http://schemas.microsoft.com/office/powerpoint/2010/main" val="3470363001"/>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x" preserve="1">
  <p:cSld name="1960 Closure">
    <p:bg>
      <p:bgPr>
        <a:solidFill>
          <a:srgbClr val="052744"/>
        </a:solidFill>
        <a:effectLst/>
      </p:bgPr>
    </p:bg>
    <p:spTree>
      <p:nvGrpSpPr>
        <p:cNvPr id="1" name=""/>
        <p:cNvGrpSpPr/>
        <p:nvPr/>
      </p:nvGrpSpPr>
      <p:grpSpPr>
        <a:xfrm>
          <a:off x="0" y="0"/>
          <a:ext cx="0" cy="0"/>
          <a:chOff x="0" y="0"/>
          <a:chExt cx="0" cy="0"/>
        </a:xfrm>
      </p:grpSpPr>
      <p:pic>
        <p:nvPicPr>
          <p:cNvPr id="6" name="Background.pdf" descr="Background.pdf">
            <a:extLst>
              <a:ext uri="{FF2B5EF4-FFF2-40B4-BE49-F238E27FC236}">
                <a16:creationId xmlns:a16="http://schemas.microsoft.com/office/drawing/2014/main" id="{7F37F950-FD6A-5040-AF19-3F0ED187079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00" y="0"/>
            <a:ext cx="10160000" cy="6858000"/>
          </a:xfrm>
          <a:prstGeom prst="rect">
            <a:avLst/>
          </a:prstGeom>
          <a:ln w="12700">
            <a:miter lim="400000"/>
          </a:ln>
        </p:spPr>
      </p:pic>
      <p:sp>
        <p:nvSpPr>
          <p:cNvPr id="45" name="Thank you"/>
          <p:cNvSpPr txBox="1"/>
          <p:nvPr/>
        </p:nvSpPr>
        <p:spPr>
          <a:xfrm>
            <a:off x="713512" y="1642239"/>
            <a:ext cx="1798569" cy="5001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9050" tIns="19050" rIns="19050" bIns="19050" anchor="ctr">
            <a:spAutoFit/>
          </a:bodyPr>
          <a:lstStyle>
            <a:lvl1pPr algn="l">
              <a:defRPr sz="8000">
                <a:solidFill>
                  <a:srgbClr val="FFFFFF"/>
                </a:solidFill>
                <a:latin typeface="Open Sans Light"/>
                <a:ea typeface="Open Sans Light"/>
                <a:cs typeface="Open Sans Light"/>
                <a:sym typeface="Open Sans Light"/>
              </a:defRPr>
            </a:lvl1pPr>
          </a:lstStyle>
          <a:p>
            <a:r>
              <a:rPr sz="3000" dirty="0">
                <a:latin typeface="Trebuchet MS" panose="020B0703020202090204" pitchFamily="34" charset="0"/>
              </a:rPr>
              <a:t>Thank you</a:t>
            </a:r>
          </a:p>
        </p:txBody>
      </p:sp>
      <p:pic>
        <p:nvPicPr>
          <p:cNvPr id="12" name="Image" descr="Image">
            <a:extLst>
              <a:ext uri="{FF2B5EF4-FFF2-40B4-BE49-F238E27FC236}">
                <a16:creationId xmlns:a16="http://schemas.microsoft.com/office/drawing/2014/main" id="{36012AAF-551B-4346-AE94-0A68CFD7A37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88798" y="6040275"/>
            <a:ext cx="787775" cy="522826"/>
          </a:xfrm>
          <a:prstGeom prst="rect">
            <a:avLst/>
          </a:prstGeom>
          <a:ln w="12700">
            <a:miter lim="400000"/>
          </a:ln>
        </p:spPr>
      </p:pic>
      <p:pic>
        <p:nvPicPr>
          <p:cNvPr id="8" name="Picture 7">
            <a:extLst>
              <a:ext uri="{FF2B5EF4-FFF2-40B4-BE49-F238E27FC236}">
                <a16:creationId xmlns:a16="http://schemas.microsoft.com/office/drawing/2014/main" id="{992E987A-5B36-0B4F-A985-9EDBAE55511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281950" y="535100"/>
            <a:ext cx="2347314" cy="2816777"/>
          </a:xfrm>
          <a:prstGeom prst="rect">
            <a:avLst/>
          </a:prstGeom>
        </p:spPr>
      </p:pic>
    </p:spTree>
    <p:extLst>
      <p:ext uri="{BB962C8B-B14F-4D97-AF65-F5344CB8AC3E}">
        <p14:creationId xmlns:p14="http://schemas.microsoft.com/office/powerpoint/2010/main" val="837832693"/>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
        <p:nvSpPr>
          <p:cNvPr id="27" name="Rectangle"/>
          <p:cNvSpPr/>
          <p:nvPr/>
        </p:nvSpPr>
        <p:spPr>
          <a:xfrm>
            <a:off x="-1" y="0"/>
            <a:ext cx="187795" cy="843473"/>
          </a:xfrm>
          <a:prstGeom prst="rect">
            <a:avLst/>
          </a:prstGeom>
          <a:solidFill>
            <a:srgbClr val="013C78"/>
          </a:solidFill>
          <a:ln w="12700">
            <a:miter lim="400000"/>
          </a:ln>
        </p:spPr>
        <p:txBody>
          <a:bodyPr lIns="0" tIns="0" rIns="0" bIns="0" anchor="ctr"/>
          <a:lstStyle/>
          <a:p>
            <a:endParaRPr sz="674"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3" y="915193"/>
            <a:ext cx="7551774" cy="719885"/>
          </a:xfrm>
          <a:prstGeom prst="rect">
            <a:avLst/>
          </a:prstGeom>
        </p:spPr>
        <p:txBody>
          <a:bodyPr>
            <a:normAutofit/>
          </a:bodyPr>
          <a:lstStyle>
            <a:lvl1pPr marL="0" indent="0">
              <a:buNone/>
              <a:defRPr sz="1000">
                <a:latin typeface="+mn-lt"/>
              </a:defRPr>
            </a:lvl1pPr>
          </a:lstStyle>
          <a:p>
            <a:pPr lvl="0"/>
            <a:r>
              <a:rPr lang="en-US"/>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3"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5" y="425583"/>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a:t>Add Title with Important Words in Capital, Trebuchet 20pt.</a:t>
            </a:r>
            <a:endParaRPr/>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a:fillRect/>
          </a:stretch>
        </p:blipFill>
        <p:spPr>
          <a:xfrm rot="10800000" flipH="1">
            <a:off x="8138160" y="-19095"/>
            <a:ext cx="1005840" cy="702944"/>
          </a:xfrm>
          <a:prstGeom prst="rect">
            <a:avLst/>
          </a:prstGeom>
          <a:ln w="12700">
            <a:miter lim="400000"/>
          </a:ln>
        </p:spPr>
      </p:pic>
      <p:pic>
        <p:nvPicPr>
          <p:cNvPr id="12" name="Image" descr="Image">
            <a:extLst>
              <a:ext uri="{FF2B5EF4-FFF2-40B4-BE49-F238E27FC236}">
                <a16:creationId xmlns:a16="http://schemas.microsoft.com/office/drawing/2014/main" id="{A0B224CE-B66B-F146-8CF0-851D54D584E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79043" y="325147"/>
            <a:ext cx="954664" cy="739310"/>
          </a:xfrm>
          <a:prstGeom prst="rect">
            <a:avLst/>
          </a:prstGeom>
          <a:ln w="12700">
            <a:miter lim="400000"/>
          </a:ln>
        </p:spPr>
      </p:pic>
      <p:grpSp>
        <p:nvGrpSpPr>
          <p:cNvPr id="13" name="Group 12">
            <a:extLst>
              <a:ext uri="{FF2B5EF4-FFF2-40B4-BE49-F238E27FC236}">
                <a16:creationId xmlns:a16="http://schemas.microsoft.com/office/drawing/2014/main" id="{CE2E621B-52A0-A54A-8F39-33FD7FE131D2}"/>
              </a:ext>
            </a:extLst>
          </p:cNvPr>
          <p:cNvGrpSpPr/>
          <p:nvPr userDrawn="1"/>
        </p:nvGrpSpPr>
        <p:grpSpPr>
          <a:xfrm>
            <a:off x="7800447" y="6079277"/>
            <a:ext cx="1343554" cy="778723"/>
            <a:chOff x="21558662" y="12102169"/>
            <a:chExt cx="2874602" cy="1641077"/>
          </a:xfrm>
        </p:grpSpPr>
        <p:pic>
          <p:nvPicPr>
            <p:cNvPr id="14" name="Image" descr="Image">
              <a:extLst>
                <a:ext uri="{FF2B5EF4-FFF2-40B4-BE49-F238E27FC236}">
                  <a16:creationId xmlns:a16="http://schemas.microsoft.com/office/drawing/2014/main" id="{DABF6F1A-4469-DD4F-82AD-C790CEB414ED}"/>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21558662" y="12102169"/>
              <a:ext cx="2874602" cy="1641077"/>
            </a:xfrm>
            <a:prstGeom prst="rect">
              <a:avLst/>
            </a:prstGeom>
            <a:ln w="12700">
              <a:miter lim="400000"/>
            </a:ln>
          </p:spPr>
        </p:pic>
        <p:sp>
          <p:nvSpPr>
            <p:cNvPr id="15" name="TextBox 14">
              <a:extLst>
                <a:ext uri="{FF2B5EF4-FFF2-40B4-BE49-F238E27FC236}">
                  <a16:creationId xmlns:a16="http://schemas.microsoft.com/office/drawing/2014/main" id="{1D4ED21B-3508-204A-BF67-54D8C511EBE5}"/>
                </a:ext>
              </a:extLst>
            </p:cNvPr>
            <p:cNvSpPr txBox="1"/>
            <p:nvPr userDrawn="1"/>
          </p:nvSpPr>
          <p:spPr>
            <a:xfrm>
              <a:off x="23376834" y="13154535"/>
              <a:ext cx="1005578" cy="4073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fontScale="40000" lnSpcReduction="20000"/>
            </a:bodyPr>
            <a:lstStyle/>
            <a:p>
              <a:pPr algn="ctr"/>
              <a:fld id="{C2766685-5381-3D48-B648-1084E70845D6}" type="slidenum">
                <a:rPr lang="en-GB" sz="1600" smtClean="0">
                  <a:solidFill>
                    <a:schemeClr val="bg1"/>
                  </a:solidFill>
                </a:rPr>
                <a:t>‹#›</a:t>
              </a:fld>
              <a:endParaRPr lang="en-US" sz="1600" b="0" dirty="0">
                <a:solidFill>
                  <a:schemeClr val="bg1"/>
                </a:solidFill>
                <a:latin typeface="Open Sans SemiBold"/>
                <a:ea typeface="Open Sans SemiBold"/>
                <a:cs typeface="Open Sans SemiBold"/>
                <a:sym typeface="Open Sans SemiBold"/>
              </a:endParaRPr>
            </a:p>
          </p:txBody>
        </p:sp>
      </p:grpSp>
    </p:spTree>
    <p:extLst>
      <p:ext uri="{BB962C8B-B14F-4D97-AF65-F5344CB8AC3E}">
        <p14:creationId xmlns:p14="http://schemas.microsoft.com/office/powerpoint/2010/main" val="156754476"/>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pic>
        <p:nvPicPr>
          <p:cNvPr id="17" name="Image" descr="Image">
            <a:extLst>
              <a:ext uri="{FF2B5EF4-FFF2-40B4-BE49-F238E27FC236}">
                <a16:creationId xmlns:a16="http://schemas.microsoft.com/office/drawing/2014/main" id="{6DE08D85-47CA-43A6-BFD4-DD98CB8E227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8085024" y="6041146"/>
            <a:ext cx="1078046" cy="820539"/>
          </a:xfrm>
          <a:prstGeom prst="rect">
            <a:avLst/>
          </a:prstGeom>
          <a:ln w="12700">
            <a:miter lim="400000"/>
          </a:ln>
        </p:spPr>
      </p:pic>
      <p:pic>
        <p:nvPicPr>
          <p:cNvPr id="16" name="Image" descr="Image">
            <a:extLst>
              <a:ext uri="{FF2B5EF4-FFF2-40B4-BE49-F238E27FC236}">
                <a16:creationId xmlns:a16="http://schemas.microsoft.com/office/drawing/2014/main" id="{3C0FB0B1-96A4-41EE-A99C-C059EDA04BE7}"/>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a:fillRect/>
          </a:stretch>
        </p:blipFill>
        <p:spPr>
          <a:xfrm rot="10800000" flipH="1">
            <a:off x="8080262" y="-23105"/>
            <a:ext cx="1078046" cy="820539"/>
          </a:xfrm>
          <a:prstGeom prst="rect">
            <a:avLst/>
          </a:prstGeom>
          <a:ln w="12700">
            <a:miter lim="400000"/>
          </a:ln>
        </p:spPr>
      </p:pic>
      <p:sp>
        <p:nvSpPr>
          <p:cNvPr id="23" name="Title Text"/>
          <p:cNvSpPr txBox="1">
            <a:spLocks noGrp="1"/>
          </p:cNvSpPr>
          <p:nvPr>
            <p:ph type="title" hasCustomPrompt="1"/>
          </p:nvPr>
        </p:nvSpPr>
        <p:spPr>
          <a:xfrm>
            <a:off x="243639" y="212302"/>
            <a:ext cx="7277798" cy="597376"/>
          </a:xfrm>
          <a:prstGeom prst="rect">
            <a:avLst/>
          </a:prstGeom>
        </p:spPr>
        <p:txBody>
          <a:bodyPr anchor="t">
            <a:normAutofit/>
          </a:bodyPr>
          <a:lstStyle>
            <a:lvl1pPr algn="l">
              <a:defRPr sz="1688">
                <a:latin typeface="Open Sans Bold"/>
                <a:ea typeface="Open Sans Bold"/>
                <a:cs typeface="Open Sans Bold"/>
                <a:sym typeface="Open Sans Bold"/>
              </a:defRPr>
            </a:lvl1pPr>
          </a:lstStyle>
          <a:p>
            <a:r>
              <a:rPr dirty="0"/>
              <a:t>Title Text</a:t>
            </a:r>
            <a:br>
              <a:rPr lang="en-US" dirty="0"/>
            </a:br>
            <a:endParaRPr dirty="0"/>
          </a:p>
        </p:txBody>
      </p:sp>
      <p:sp>
        <p:nvSpPr>
          <p:cNvPr id="24" name="Body Level One…"/>
          <p:cNvSpPr txBox="1">
            <a:spLocks noGrp="1"/>
          </p:cNvSpPr>
          <p:nvPr>
            <p:ph type="body" sz="half" idx="1"/>
          </p:nvPr>
        </p:nvSpPr>
        <p:spPr>
          <a:xfrm>
            <a:off x="243640" y="1433721"/>
            <a:ext cx="6097860" cy="3277841"/>
          </a:xfrm>
          <a:prstGeom prst="rect">
            <a:avLst/>
          </a:prstGeom>
        </p:spPr>
        <p:txBody>
          <a:bodyPr anchor="t"/>
          <a:lstStyle>
            <a:lvl1pPr marL="0" indent="0">
              <a:lnSpc>
                <a:spcPts val="2062"/>
              </a:lnSpc>
              <a:spcBef>
                <a:spcPts val="0"/>
              </a:spcBef>
              <a:buSzTx/>
              <a:buNone/>
              <a:defRPr sz="1500">
                <a:latin typeface="Open Sans Regular"/>
                <a:ea typeface="Open Sans Regular"/>
                <a:cs typeface="Open Sans Regular"/>
                <a:sym typeface="Open Sans Regular"/>
              </a:defRPr>
            </a:lvl1pPr>
            <a:lvl2pPr marL="0" indent="0">
              <a:lnSpc>
                <a:spcPts val="2062"/>
              </a:lnSpc>
              <a:spcBef>
                <a:spcPts val="0"/>
              </a:spcBef>
              <a:buSzTx/>
              <a:buNone/>
              <a:defRPr sz="1500">
                <a:latin typeface="Open Sans Regular"/>
                <a:ea typeface="Open Sans Regular"/>
                <a:cs typeface="Open Sans Regular"/>
                <a:sym typeface="Open Sans Regular"/>
              </a:defRPr>
            </a:lvl2pPr>
            <a:lvl3pPr marL="0" indent="0">
              <a:lnSpc>
                <a:spcPts val="2062"/>
              </a:lnSpc>
              <a:spcBef>
                <a:spcPts val="0"/>
              </a:spcBef>
              <a:buSzTx/>
              <a:buNone/>
              <a:defRPr sz="1500">
                <a:latin typeface="Open Sans Regular"/>
                <a:ea typeface="Open Sans Regular"/>
                <a:cs typeface="Open Sans Regular"/>
                <a:sym typeface="Open Sans Regular"/>
              </a:defRPr>
            </a:lvl3pPr>
            <a:lvl4pPr marL="0" indent="0">
              <a:lnSpc>
                <a:spcPts val="2062"/>
              </a:lnSpc>
              <a:spcBef>
                <a:spcPts val="0"/>
              </a:spcBef>
              <a:buSzTx/>
              <a:buNone/>
              <a:defRPr sz="1500">
                <a:latin typeface="Open Sans Regular"/>
                <a:ea typeface="Open Sans Regular"/>
                <a:cs typeface="Open Sans Regular"/>
                <a:sym typeface="Open Sans Regular"/>
              </a:defRPr>
            </a:lvl4pPr>
            <a:lvl5pPr marL="0" indent="0">
              <a:lnSpc>
                <a:spcPts val="2062"/>
              </a:lnSpc>
              <a:spcBef>
                <a:spcPts val="0"/>
              </a:spcBef>
              <a:buSzTx/>
              <a:buNone/>
              <a:defRPr sz="1500">
                <a:latin typeface="Open Sans Regular"/>
                <a:ea typeface="Open Sans Regular"/>
                <a:cs typeface="Open Sans Regular"/>
                <a:sym typeface="Open Sans Regular"/>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6" name="Slide Number"/>
          <p:cNvSpPr txBox="1">
            <a:spLocks noGrp="1"/>
          </p:cNvSpPr>
          <p:nvPr>
            <p:ph type="sldNum" sz="quarter" idx="2"/>
          </p:nvPr>
        </p:nvSpPr>
        <p:spPr>
          <a:xfrm>
            <a:off x="8782086" y="6466078"/>
            <a:ext cx="226856" cy="255105"/>
          </a:xfrm>
          <a:prstGeom prst="rect">
            <a:avLst/>
          </a:prstGeom>
        </p:spPr>
        <p:txBody>
          <a:bodyPr anchor="ctr"/>
          <a:lstStyle>
            <a:lvl1pPr>
              <a:defRPr sz="750">
                <a:solidFill>
                  <a:schemeClr val="bg1"/>
                </a:solidFill>
                <a:latin typeface="Open Sans Regular"/>
                <a:ea typeface="Open Sans Regular"/>
                <a:cs typeface="Open Sans Regular"/>
                <a:sym typeface="Open Sans Regular"/>
              </a:defRPr>
            </a:lvl1pPr>
          </a:lstStyle>
          <a:p>
            <a:fld id="{61667476-ECB3-D740-B621-506F12AC9539}" type="slidenum">
              <a:rPr lang="en-GB" smtClean="0"/>
              <a:pPr/>
              <a:t>‹#›</a:t>
            </a:fld>
            <a:endParaRPr lang="en-GB" dirty="0"/>
          </a:p>
        </p:txBody>
      </p:sp>
      <p:sp>
        <p:nvSpPr>
          <p:cNvPr id="10" name="Rectangle">
            <a:extLst>
              <a:ext uri="{FF2B5EF4-FFF2-40B4-BE49-F238E27FC236}">
                <a16:creationId xmlns:a16="http://schemas.microsoft.com/office/drawing/2014/main" id="{4A3F7ACF-4BDB-446F-A2BB-A4D480320601}"/>
              </a:ext>
            </a:extLst>
          </p:cNvPr>
          <p:cNvSpPr/>
          <p:nvPr userDrawn="1"/>
        </p:nvSpPr>
        <p:spPr>
          <a:xfrm>
            <a:off x="-13966" y="-23106"/>
            <a:ext cx="163786" cy="1014783"/>
          </a:xfrm>
          <a:prstGeom prst="rect">
            <a:avLst/>
          </a:prstGeom>
          <a:solidFill>
            <a:srgbClr val="013C78"/>
          </a:solidFill>
          <a:ln w="12700">
            <a:miter lim="400000"/>
          </a:ln>
        </p:spPr>
        <p:txBody>
          <a:bodyPr lIns="0" tIns="0" rIns="0" bIns="0" anchor="ctr"/>
          <a:lstStyle/>
          <a:p>
            <a:endParaRPr sz="675" dirty="0"/>
          </a:p>
        </p:txBody>
      </p:sp>
    </p:spTree>
    <p:extLst>
      <p:ext uri="{BB962C8B-B14F-4D97-AF65-F5344CB8AC3E}">
        <p14:creationId xmlns:p14="http://schemas.microsoft.com/office/powerpoint/2010/main" val="2212438755"/>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a:xfrm>
            <a:off x="7134078" y="6557015"/>
            <a:ext cx="2057400" cy="365125"/>
          </a:xfrm>
        </p:spPr>
        <p:txBody>
          <a:bodyPr/>
          <a:lstStyle>
            <a:lvl1pPr>
              <a:defRPr sz="1200"/>
            </a:lvl1pPr>
          </a:lstStyle>
          <a:p>
            <a:fld id="{863EA886-2118-47FF-88DF-A0FA3CAECD87}" type="slidenum">
              <a:rPr lang="en-US" smtClean="0"/>
              <a:pPr/>
              <a:t>‹#›</a:t>
            </a:fld>
            <a:endParaRPr lang="en-US" dirty="0"/>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708290" y="7788"/>
            <a:ext cx="1423843" cy="884034"/>
          </a:xfrm>
          <a:prstGeom prst="rect">
            <a:avLst/>
          </a:prstGeom>
        </p:spPr>
      </p:pic>
      <p:pic>
        <p:nvPicPr>
          <p:cNvPr id="8" name="Picture 7">
            <a:extLst>
              <a:ext uri="{FF2B5EF4-FFF2-40B4-BE49-F238E27FC236}">
                <a16:creationId xmlns:a16="http://schemas.microsoft.com/office/drawing/2014/main" id="{A98A299A-6C26-48BF-87C1-A51D56E2FDF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6991098" y="223591"/>
            <a:ext cx="828489" cy="534910"/>
          </a:xfrm>
          <a:prstGeom prst="rect">
            <a:avLst/>
          </a:prstGeom>
        </p:spPr>
      </p:pic>
    </p:spTree>
    <p:extLst>
      <p:ext uri="{BB962C8B-B14F-4D97-AF65-F5344CB8AC3E}">
        <p14:creationId xmlns:p14="http://schemas.microsoft.com/office/powerpoint/2010/main" val="303558088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14" name="Title Text"/>
          <p:cNvSpPr txBox="1">
            <a:spLocks noGrp="1"/>
          </p:cNvSpPr>
          <p:nvPr>
            <p:ph type="title" hasCustomPrompt="1"/>
          </p:nvPr>
        </p:nvSpPr>
        <p:spPr>
          <a:xfrm>
            <a:off x="742951" y="2803357"/>
            <a:ext cx="6882063" cy="2614186"/>
          </a:xfrm>
          <a:prstGeom prst="rect">
            <a:avLst/>
          </a:prstGeom>
        </p:spPr>
        <p:txBody>
          <a:bodyPr anchor="ctr"/>
          <a:lstStyle>
            <a:lvl1pPr>
              <a:defRPr sz="3000" b="0" i="0">
                <a:latin typeface="Trebuchet MS" panose="020B0703020202090204" pitchFamily="34" charset="0"/>
                <a:ea typeface="Open Sans" panose="020B0606030504020204" pitchFamily="34" charset="0"/>
                <a:cs typeface="Open Sans" panose="020B0606030504020204" pitchFamily="34" charset="0"/>
              </a:defRPr>
            </a:lvl1pPr>
          </a:lstStyle>
          <a:p>
            <a:r>
              <a:t>Title Text</a:t>
            </a:r>
          </a:p>
        </p:txBody>
      </p:sp>
      <p:sp>
        <p:nvSpPr>
          <p:cNvPr id="7" name="Text Placeholder 2">
            <a:extLst>
              <a:ext uri="{FF2B5EF4-FFF2-40B4-BE49-F238E27FC236}">
                <a16:creationId xmlns:a16="http://schemas.microsoft.com/office/drawing/2014/main" id="{1C77C7DA-3A50-874E-90DF-46E99B3E65D4}"/>
              </a:ext>
            </a:extLst>
          </p:cNvPr>
          <p:cNvSpPr>
            <a:spLocks noGrp="1"/>
          </p:cNvSpPr>
          <p:nvPr>
            <p:ph type="body" sz="quarter" idx="11" hasCustomPrompt="1"/>
          </p:nvPr>
        </p:nvSpPr>
        <p:spPr>
          <a:xfrm>
            <a:off x="742952" y="5607050"/>
            <a:ext cx="3528647" cy="636588"/>
          </a:xfrm>
          <a:prstGeom prst="rect">
            <a:avLst/>
          </a:prstGeom>
        </p:spPr>
        <p:txBody>
          <a:bodyPr/>
          <a:lstStyle>
            <a:lvl1pPr marL="0" indent="0">
              <a:buNone/>
              <a:defRPr sz="1350">
                <a:solidFill>
                  <a:schemeClr val="bg1"/>
                </a:solidFill>
                <a:latin typeface="+mn-lt"/>
              </a:defRPr>
            </a:lvl1pPr>
          </a:lstStyle>
          <a:p>
            <a:pPr lvl="0"/>
            <a:r>
              <a:rPr lang="en-US" sz="1350">
                <a:latin typeface="+mn-lt"/>
              </a:rPr>
              <a:t>01 June 2020 (Change date)</a:t>
            </a:r>
            <a:endParaRPr lang="en-US"/>
          </a:p>
        </p:txBody>
      </p:sp>
      <p:sp>
        <p:nvSpPr>
          <p:cNvPr id="2" name="TextBox 1">
            <a:extLst>
              <a:ext uri="{FF2B5EF4-FFF2-40B4-BE49-F238E27FC236}">
                <a16:creationId xmlns:a16="http://schemas.microsoft.com/office/drawing/2014/main" id="{BDC0CE3B-87B9-B749-8F09-21B7391A3198}"/>
              </a:ext>
            </a:extLst>
          </p:cNvPr>
          <p:cNvSpPr txBox="1"/>
          <p:nvPr userDrawn="1"/>
        </p:nvSpPr>
        <p:spPr>
          <a:xfrm rot="2931761">
            <a:off x="7410734" y="1981655"/>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rtlCol="0" anchor="ctr">
            <a:normAutofit fontScale="25000" lnSpcReduction="20000"/>
          </a:bodyPr>
          <a:lstStyle/>
          <a:p>
            <a:pPr algn="l"/>
            <a:endParaRPr lang="en-US" sz="3000" b="0" dirty="0">
              <a:latin typeface="Open Sans SemiBold"/>
              <a:ea typeface="Open Sans SemiBold"/>
              <a:cs typeface="Open Sans SemiBold"/>
              <a:sym typeface="Open Sans SemiBold"/>
            </a:endParaRPr>
          </a:p>
        </p:txBody>
      </p:sp>
    </p:spTree>
    <p:extLst>
      <p:ext uri="{BB962C8B-B14F-4D97-AF65-F5344CB8AC3E}">
        <p14:creationId xmlns:p14="http://schemas.microsoft.com/office/powerpoint/2010/main" val="662513437"/>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1947 Empty">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75"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1000">
                <a:latin typeface="+mn-lt"/>
              </a:defRPr>
            </a:lvl1pPr>
          </a:lstStyle>
          <a:p>
            <a:pPr lvl="0"/>
            <a:r>
              <a:rPr lang="en-US"/>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1"/>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a:t>Add Title with Important Words in Capital, Trebuchet 20pt.</a:t>
            </a:r>
            <a:endParaRPr/>
          </a:p>
        </p:txBody>
      </p:sp>
      <p:pic>
        <p:nvPicPr>
          <p:cNvPr id="11" name="Image" descr="Image">
            <a:extLst>
              <a:ext uri="{FF2B5EF4-FFF2-40B4-BE49-F238E27FC236}">
                <a16:creationId xmlns:a16="http://schemas.microsoft.com/office/drawing/2014/main" id="{6FBD40DB-B59F-9F45-B914-7BA2952EEC2A}"/>
              </a:ext>
            </a:extLst>
          </p:cNvPr>
          <p:cNvPicPr>
            <a:picLocks noChangeAspect="1"/>
          </p:cNvPicPr>
          <p:nvPr userDrawn="1"/>
        </p:nvPicPr>
        <p:blipFill rotWithShape="1">
          <a:blip r:embed="rId2">
            <a:alphaModFix amt="10000"/>
          </a:blip>
          <a:srcRect l="32082" t="5133" r="17871" b="42892"/>
          <a:stretch/>
        </p:blipFill>
        <p:spPr>
          <a:xfrm rot="10800000" flipH="1">
            <a:off x="7934172" y="-23105"/>
            <a:ext cx="1209829" cy="706956"/>
          </a:xfrm>
          <a:prstGeom prst="rect">
            <a:avLst/>
          </a:prstGeom>
          <a:ln w="12700">
            <a:miter lim="400000"/>
          </a:ln>
        </p:spPr>
      </p:pic>
      <p:pic>
        <p:nvPicPr>
          <p:cNvPr id="14" name="Image" descr="Image">
            <a:extLst>
              <a:ext uri="{FF2B5EF4-FFF2-40B4-BE49-F238E27FC236}">
                <a16:creationId xmlns:a16="http://schemas.microsoft.com/office/drawing/2014/main" id="{DABF6F1A-4469-DD4F-82AD-C790CEB414ED}"/>
              </a:ext>
            </a:extLst>
          </p:cNvPr>
          <p:cNvPicPr>
            <a:picLocks noChangeAspect="1"/>
          </p:cNvPicPr>
          <p:nvPr/>
        </p:nvPicPr>
        <p:blipFill>
          <a:blip r:embed="rId2"/>
          <a:srcRect l="32082" t="5131" r="17030" b="32916"/>
          <a:stretch>
            <a:fillRect/>
          </a:stretch>
        </p:blipFill>
        <p:spPr>
          <a:xfrm>
            <a:off x="7930782" y="6036931"/>
            <a:ext cx="1230153" cy="842681"/>
          </a:xfrm>
          <a:prstGeom prst="rect">
            <a:avLst/>
          </a:prstGeom>
          <a:ln w="12700">
            <a:miter lim="400000"/>
          </a:ln>
        </p:spPr>
      </p:pic>
      <p:sp>
        <p:nvSpPr>
          <p:cNvPr id="19" name="Slide Number Placeholder 1">
            <a:extLst>
              <a:ext uri="{FF2B5EF4-FFF2-40B4-BE49-F238E27FC236}">
                <a16:creationId xmlns:a16="http://schemas.microsoft.com/office/drawing/2014/main" id="{014359C9-26D6-F143-B0FA-727243B4DE78}"/>
              </a:ext>
            </a:extLst>
          </p:cNvPr>
          <p:cNvSpPr>
            <a:spLocks noGrp="1"/>
          </p:cNvSpPr>
          <p:nvPr>
            <p:ph type="sldNum" sz="quarter" idx="4"/>
          </p:nvPr>
        </p:nvSpPr>
        <p:spPr>
          <a:xfrm>
            <a:off x="8529375" y="6529270"/>
            <a:ext cx="536308" cy="303304"/>
          </a:xfrm>
          <a:prstGeom prst="rect">
            <a:avLst/>
          </a:prstGeom>
        </p:spPr>
        <p:txBody>
          <a:bodyPr vert="horz" lIns="91440" tIns="45720" rIns="91440" bIns="45720" rtlCol="0" anchor="ctr"/>
          <a:lstStyle>
            <a:lvl1pPr algn="r">
              <a:defRPr sz="600">
                <a:solidFill>
                  <a:schemeClr val="tx1">
                    <a:tint val="75000"/>
                  </a:schemeClr>
                </a:solidFill>
              </a:defRPr>
            </a:lvl1pPr>
          </a:lstStyle>
          <a:p>
            <a:fld id="{5E89B1FD-11B0-0F4B-A0BD-A76170B314AE}" type="slidenum">
              <a:rPr lang="en-US" smtClean="0"/>
              <a:pPr/>
              <a:t>‹#›</a:t>
            </a:fld>
            <a:endParaRPr lang="en-US" sz="600" dirty="0"/>
          </a:p>
        </p:txBody>
      </p:sp>
      <p:pic>
        <p:nvPicPr>
          <p:cNvPr id="13" name="Picture 12">
            <a:extLst>
              <a:ext uri="{FF2B5EF4-FFF2-40B4-BE49-F238E27FC236}">
                <a16:creationId xmlns:a16="http://schemas.microsoft.com/office/drawing/2014/main" id="{79776E7E-E647-204F-AF9D-2E6A13C349CF}"/>
              </a:ext>
            </a:extLst>
          </p:cNvPr>
          <p:cNvPicPr>
            <a:picLocks noChangeAspect="1"/>
          </p:cNvPicPr>
          <p:nvPr userDrawn="1"/>
        </p:nvPicPr>
        <p:blipFill>
          <a:blip r:embed="rId3"/>
          <a:stretch>
            <a:fillRect/>
          </a:stretch>
        </p:blipFill>
        <p:spPr>
          <a:xfrm>
            <a:off x="7979042" y="325147"/>
            <a:ext cx="954665" cy="739865"/>
          </a:xfrm>
          <a:prstGeom prst="rect">
            <a:avLst/>
          </a:prstGeom>
        </p:spPr>
      </p:pic>
    </p:spTree>
    <p:extLst>
      <p:ext uri="{BB962C8B-B14F-4D97-AF65-F5344CB8AC3E}">
        <p14:creationId xmlns:p14="http://schemas.microsoft.com/office/powerpoint/2010/main" val="1262645634"/>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947 2 colomn">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75"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1000">
                <a:latin typeface="+mn-lt"/>
              </a:defRPr>
            </a:lvl1pPr>
          </a:lstStyle>
          <a:p>
            <a:pPr lvl="0"/>
            <a:r>
              <a:rPr lang="en-US"/>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1"/>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a:t>Add Title with Important Words in Capital, Trebuchet 20pt.</a:t>
            </a:r>
            <a:endParaRPr/>
          </a:p>
        </p:txBody>
      </p:sp>
      <p:sp>
        <p:nvSpPr>
          <p:cNvPr id="18" name="Text Placeholder 2">
            <a:extLst>
              <a:ext uri="{FF2B5EF4-FFF2-40B4-BE49-F238E27FC236}">
                <a16:creationId xmlns:a16="http://schemas.microsoft.com/office/drawing/2014/main" id="{75700DFF-14F1-2E4C-8952-B5857EBADEA6}"/>
              </a:ext>
            </a:extLst>
          </p:cNvPr>
          <p:cNvSpPr>
            <a:spLocks noGrp="1"/>
          </p:cNvSpPr>
          <p:nvPr>
            <p:ph type="body" sz="quarter" idx="18" hasCustomPrompt="1"/>
          </p:nvPr>
        </p:nvSpPr>
        <p:spPr>
          <a:xfrm>
            <a:off x="613212" y="1990724"/>
            <a:ext cx="7871734" cy="3857626"/>
          </a:xfrm>
          <a:prstGeom prst="rect">
            <a:avLst/>
          </a:prstGeom>
        </p:spPr>
        <p:txBody>
          <a:bodyPr numCol="2" spcCol="180000">
            <a:normAutofit/>
          </a:bodyPr>
          <a:lstStyle>
            <a:lvl1pPr marL="0" indent="0">
              <a:buNone/>
              <a:defRPr sz="1000">
                <a:latin typeface="+mn-lt"/>
              </a:defRPr>
            </a:lvl1pPr>
          </a:lstStyle>
          <a:p>
            <a:pPr lvl="0"/>
            <a:r>
              <a:rPr lang="en-US"/>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Extra explanatory text, Open Sans Regular 25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a:t>
            </a:r>
          </a:p>
        </p:txBody>
      </p:sp>
      <p:pic>
        <p:nvPicPr>
          <p:cNvPr id="22" name="Image" descr="Image">
            <a:extLst>
              <a:ext uri="{FF2B5EF4-FFF2-40B4-BE49-F238E27FC236}">
                <a16:creationId xmlns:a16="http://schemas.microsoft.com/office/drawing/2014/main" id="{77A959DB-D9C6-3D48-9630-C82E7C2E0411}"/>
              </a:ext>
            </a:extLst>
          </p:cNvPr>
          <p:cNvPicPr>
            <a:picLocks noChangeAspect="1"/>
          </p:cNvPicPr>
          <p:nvPr userDrawn="1"/>
        </p:nvPicPr>
        <p:blipFill rotWithShape="1">
          <a:blip r:embed="rId2">
            <a:alphaModFix amt="10000"/>
          </a:blip>
          <a:srcRect l="32082" t="5133" r="17871" b="42892"/>
          <a:stretch/>
        </p:blipFill>
        <p:spPr>
          <a:xfrm rot="10800000" flipH="1">
            <a:off x="7934172" y="-23105"/>
            <a:ext cx="1209829" cy="706956"/>
          </a:xfrm>
          <a:prstGeom prst="rect">
            <a:avLst/>
          </a:prstGeom>
          <a:ln w="12700">
            <a:miter lim="400000"/>
          </a:ln>
        </p:spPr>
      </p:pic>
      <p:pic>
        <p:nvPicPr>
          <p:cNvPr id="15" name="Image" descr="Image">
            <a:extLst>
              <a:ext uri="{FF2B5EF4-FFF2-40B4-BE49-F238E27FC236}">
                <a16:creationId xmlns:a16="http://schemas.microsoft.com/office/drawing/2014/main" id="{5607FBA9-65A1-024E-94E0-4EF093B28DDC}"/>
              </a:ext>
            </a:extLst>
          </p:cNvPr>
          <p:cNvPicPr>
            <a:picLocks noChangeAspect="1"/>
          </p:cNvPicPr>
          <p:nvPr userDrawn="1"/>
        </p:nvPicPr>
        <p:blipFill>
          <a:blip r:embed="rId2"/>
          <a:srcRect l="32082" t="5131" r="17030" b="32916"/>
          <a:stretch>
            <a:fillRect/>
          </a:stretch>
        </p:blipFill>
        <p:spPr>
          <a:xfrm>
            <a:off x="7930782" y="6036931"/>
            <a:ext cx="1230153" cy="842681"/>
          </a:xfrm>
          <a:prstGeom prst="rect">
            <a:avLst/>
          </a:prstGeom>
          <a:ln w="12700">
            <a:miter lim="400000"/>
          </a:ln>
        </p:spPr>
      </p:pic>
      <p:sp>
        <p:nvSpPr>
          <p:cNvPr id="23" name="Slide Number Placeholder 1">
            <a:extLst>
              <a:ext uri="{FF2B5EF4-FFF2-40B4-BE49-F238E27FC236}">
                <a16:creationId xmlns:a16="http://schemas.microsoft.com/office/drawing/2014/main" id="{149F9BD6-E1AA-704A-B357-A1F89D92DEAD}"/>
              </a:ext>
            </a:extLst>
          </p:cNvPr>
          <p:cNvSpPr>
            <a:spLocks noGrp="1"/>
          </p:cNvSpPr>
          <p:nvPr>
            <p:ph type="sldNum" sz="quarter" idx="4"/>
          </p:nvPr>
        </p:nvSpPr>
        <p:spPr>
          <a:xfrm>
            <a:off x="8529375" y="6529270"/>
            <a:ext cx="536308" cy="303304"/>
          </a:xfrm>
          <a:prstGeom prst="rect">
            <a:avLst/>
          </a:prstGeom>
        </p:spPr>
        <p:txBody>
          <a:bodyPr vert="horz" lIns="91440" tIns="45720" rIns="91440" bIns="45720" rtlCol="0" anchor="ctr"/>
          <a:lstStyle>
            <a:lvl1pPr algn="r">
              <a:defRPr sz="600">
                <a:solidFill>
                  <a:schemeClr val="tx1">
                    <a:tint val="75000"/>
                  </a:schemeClr>
                </a:solidFill>
              </a:defRPr>
            </a:lvl1pPr>
          </a:lstStyle>
          <a:p>
            <a:fld id="{5E89B1FD-11B0-0F4B-A0BD-A76170B314AE}" type="slidenum">
              <a:rPr lang="en-US" smtClean="0"/>
              <a:pPr/>
              <a:t>‹#›</a:t>
            </a:fld>
            <a:endParaRPr lang="en-US" sz="600" dirty="0"/>
          </a:p>
        </p:txBody>
      </p:sp>
      <p:pic>
        <p:nvPicPr>
          <p:cNvPr id="11" name="Picture 10">
            <a:extLst>
              <a:ext uri="{FF2B5EF4-FFF2-40B4-BE49-F238E27FC236}">
                <a16:creationId xmlns:a16="http://schemas.microsoft.com/office/drawing/2014/main" id="{D618D479-74B5-B645-A7B1-29D5B658EA81}"/>
              </a:ext>
            </a:extLst>
          </p:cNvPr>
          <p:cNvPicPr>
            <a:picLocks noChangeAspect="1"/>
          </p:cNvPicPr>
          <p:nvPr userDrawn="1"/>
        </p:nvPicPr>
        <p:blipFill>
          <a:blip r:embed="rId3"/>
          <a:stretch>
            <a:fillRect/>
          </a:stretch>
        </p:blipFill>
        <p:spPr>
          <a:xfrm>
            <a:off x="7979042" y="325147"/>
            <a:ext cx="954665" cy="739865"/>
          </a:xfrm>
          <a:prstGeom prst="rect">
            <a:avLst/>
          </a:prstGeom>
        </p:spPr>
      </p:pic>
    </p:spTree>
    <p:extLst>
      <p:ext uri="{BB962C8B-B14F-4D97-AF65-F5344CB8AC3E}">
        <p14:creationId xmlns:p14="http://schemas.microsoft.com/office/powerpoint/2010/main" val="3756164771"/>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947 Text + image">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75"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1000">
                <a:latin typeface="+mn-lt"/>
              </a:defRPr>
            </a:lvl1pPr>
          </a:lstStyle>
          <a:p>
            <a:pPr lvl="0"/>
            <a:r>
              <a:rPr lang="en-US"/>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1"/>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a:t>Add Title with Important Words in Capital, Trebuchet 20pt.</a:t>
            </a:r>
            <a:endParaRPr/>
          </a:p>
        </p:txBody>
      </p:sp>
      <p:sp>
        <p:nvSpPr>
          <p:cNvPr id="20" name="Text Placeholder 2">
            <a:extLst>
              <a:ext uri="{FF2B5EF4-FFF2-40B4-BE49-F238E27FC236}">
                <a16:creationId xmlns:a16="http://schemas.microsoft.com/office/drawing/2014/main" id="{FF087B98-487C-0A4D-AE42-C80A995D8343}"/>
              </a:ext>
            </a:extLst>
          </p:cNvPr>
          <p:cNvSpPr>
            <a:spLocks noGrp="1"/>
          </p:cNvSpPr>
          <p:nvPr>
            <p:ph type="body" sz="quarter" idx="19" hasCustomPrompt="1"/>
          </p:nvPr>
        </p:nvSpPr>
        <p:spPr>
          <a:xfrm>
            <a:off x="4612482" y="1990724"/>
            <a:ext cx="3843893" cy="3857626"/>
          </a:xfrm>
          <a:prstGeom prst="rect">
            <a:avLst/>
          </a:prstGeom>
        </p:spPr>
        <p:txBody>
          <a:bodyPr numCol="1" spcCol="180000">
            <a:normAutofit/>
          </a:bodyPr>
          <a:lstStyle>
            <a:lvl1pPr marL="0" indent="0">
              <a:buNone/>
              <a:defRPr sz="1000">
                <a:latin typeface="+mn-lt"/>
              </a:defRPr>
            </a:lvl1pPr>
          </a:lstStyle>
          <a:p>
            <a:pPr lvl="0"/>
            <a:r>
              <a:rPr lang="en-US"/>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a:t>
            </a:r>
          </a:p>
        </p:txBody>
      </p:sp>
      <p:sp>
        <p:nvSpPr>
          <p:cNvPr id="21" name="Picture Placeholder 2">
            <a:extLst>
              <a:ext uri="{FF2B5EF4-FFF2-40B4-BE49-F238E27FC236}">
                <a16:creationId xmlns:a16="http://schemas.microsoft.com/office/drawing/2014/main" id="{E30800F1-FADF-A446-A44F-C31F223DE9D0}"/>
              </a:ext>
            </a:extLst>
          </p:cNvPr>
          <p:cNvSpPr>
            <a:spLocks noGrp="1"/>
          </p:cNvSpPr>
          <p:nvPr>
            <p:ph type="pic" sz="quarter" idx="17" hasCustomPrompt="1"/>
          </p:nvPr>
        </p:nvSpPr>
        <p:spPr>
          <a:xfrm>
            <a:off x="613172" y="1990724"/>
            <a:ext cx="3958828" cy="3857626"/>
          </a:xfrm>
          <a:prstGeom prst="rect">
            <a:avLst/>
          </a:prstGeom>
        </p:spPr>
        <p:txBody>
          <a:bodyPr anchor="ctr"/>
          <a:lstStyle>
            <a:lvl1pPr marL="0" indent="0" algn="ctr">
              <a:buNone/>
              <a:defRPr sz="938" b="1"/>
            </a:lvl1pPr>
          </a:lstStyle>
          <a:p>
            <a:r>
              <a:rPr lang="en-GB" dirty="0"/>
              <a:t>INSERT IMAGE</a:t>
            </a:r>
            <a:endParaRPr lang="en-US" dirty="0"/>
          </a:p>
        </p:txBody>
      </p:sp>
      <p:pic>
        <p:nvPicPr>
          <p:cNvPr id="23" name="Image" descr="Image">
            <a:extLst>
              <a:ext uri="{FF2B5EF4-FFF2-40B4-BE49-F238E27FC236}">
                <a16:creationId xmlns:a16="http://schemas.microsoft.com/office/drawing/2014/main" id="{C3F1D793-E9B7-1540-8747-61CE53E1AE8D}"/>
              </a:ext>
            </a:extLst>
          </p:cNvPr>
          <p:cNvPicPr>
            <a:picLocks noChangeAspect="1"/>
          </p:cNvPicPr>
          <p:nvPr userDrawn="1"/>
        </p:nvPicPr>
        <p:blipFill rotWithShape="1">
          <a:blip r:embed="rId2">
            <a:alphaModFix amt="10000"/>
          </a:blip>
          <a:srcRect l="32082" t="5133" r="17871" b="42892"/>
          <a:stretch/>
        </p:blipFill>
        <p:spPr>
          <a:xfrm rot="10800000" flipH="1">
            <a:off x="7934172" y="-23105"/>
            <a:ext cx="1209829" cy="706956"/>
          </a:xfrm>
          <a:prstGeom prst="rect">
            <a:avLst/>
          </a:prstGeom>
          <a:ln w="12700">
            <a:miter lim="400000"/>
          </a:ln>
        </p:spPr>
      </p:pic>
      <p:pic>
        <p:nvPicPr>
          <p:cNvPr id="15" name="Image" descr="Image">
            <a:extLst>
              <a:ext uri="{FF2B5EF4-FFF2-40B4-BE49-F238E27FC236}">
                <a16:creationId xmlns:a16="http://schemas.microsoft.com/office/drawing/2014/main" id="{89F6683D-3EAB-BE43-81EF-A849092C14A1}"/>
              </a:ext>
            </a:extLst>
          </p:cNvPr>
          <p:cNvPicPr>
            <a:picLocks noChangeAspect="1"/>
          </p:cNvPicPr>
          <p:nvPr userDrawn="1"/>
        </p:nvPicPr>
        <p:blipFill>
          <a:blip r:embed="rId2"/>
          <a:srcRect l="32082" t="5131" r="17030" b="32916"/>
          <a:stretch>
            <a:fillRect/>
          </a:stretch>
        </p:blipFill>
        <p:spPr>
          <a:xfrm>
            <a:off x="7930782" y="6036931"/>
            <a:ext cx="1230153" cy="842681"/>
          </a:xfrm>
          <a:prstGeom prst="rect">
            <a:avLst/>
          </a:prstGeom>
          <a:ln w="12700">
            <a:miter lim="400000"/>
          </a:ln>
        </p:spPr>
      </p:pic>
      <p:sp>
        <p:nvSpPr>
          <p:cNvPr id="24" name="Slide Number Placeholder 1">
            <a:extLst>
              <a:ext uri="{FF2B5EF4-FFF2-40B4-BE49-F238E27FC236}">
                <a16:creationId xmlns:a16="http://schemas.microsoft.com/office/drawing/2014/main" id="{40416420-AD82-1E43-82DA-82559867D146}"/>
              </a:ext>
            </a:extLst>
          </p:cNvPr>
          <p:cNvSpPr>
            <a:spLocks noGrp="1"/>
          </p:cNvSpPr>
          <p:nvPr>
            <p:ph type="sldNum" sz="quarter" idx="4"/>
          </p:nvPr>
        </p:nvSpPr>
        <p:spPr>
          <a:xfrm>
            <a:off x="8529375" y="6529270"/>
            <a:ext cx="536308" cy="303304"/>
          </a:xfrm>
          <a:prstGeom prst="rect">
            <a:avLst/>
          </a:prstGeom>
        </p:spPr>
        <p:txBody>
          <a:bodyPr vert="horz" lIns="91440" tIns="45720" rIns="91440" bIns="45720" rtlCol="0" anchor="ctr"/>
          <a:lstStyle>
            <a:lvl1pPr algn="r">
              <a:defRPr sz="600">
                <a:solidFill>
                  <a:schemeClr val="tx1">
                    <a:tint val="75000"/>
                  </a:schemeClr>
                </a:solidFill>
              </a:defRPr>
            </a:lvl1pPr>
          </a:lstStyle>
          <a:p>
            <a:fld id="{5E89B1FD-11B0-0F4B-A0BD-A76170B314AE}" type="slidenum">
              <a:rPr lang="en-US" smtClean="0"/>
              <a:pPr/>
              <a:t>‹#›</a:t>
            </a:fld>
            <a:endParaRPr lang="en-US" sz="600" dirty="0"/>
          </a:p>
        </p:txBody>
      </p:sp>
      <p:pic>
        <p:nvPicPr>
          <p:cNvPr id="13" name="Picture 12">
            <a:extLst>
              <a:ext uri="{FF2B5EF4-FFF2-40B4-BE49-F238E27FC236}">
                <a16:creationId xmlns:a16="http://schemas.microsoft.com/office/drawing/2014/main" id="{A0AEE96E-BBAC-304B-AF64-831A494EEB33}"/>
              </a:ext>
            </a:extLst>
          </p:cNvPr>
          <p:cNvPicPr>
            <a:picLocks noChangeAspect="1"/>
          </p:cNvPicPr>
          <p:nvPr userDrawn="1"/>
        </p:nvPicPr>
        <p:blipFill>
          <a:blip r:embed="rId3"/>
          <a:stretch>
            <a:fillRect/>
          </a:stretch>
        </p:blipFill>
        <p:spPr>
          <a:xfrm>
            <a:off x="7979042" y="325147"/>
            <a:ext cx="954665" cy="739865"/>
          </a:xfrm>
          <a:prstGeom prst="rect">
            <a:avLst/>
          </a:prstGeom>
        </p:spPr>
      </p:pic>
    </p:spTree>
    <p:extLst>
      <p:ext uri="{BB962C8B-B14F-4D97-AF65-F5344CB8AC3E}">
        <p14:creationId xmlns:p14="http://schemas.microsoft.com/office/powerpoint/2010/main" val="189140119"/>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947 Full text">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75"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1000">
                <a:latin typeface="+mn-lt"/>
              </a:defRPr>
            </a:lvl1pPr>
          </a:lstStyle>
          <a:p>
            <a:pPr lvl="0"/>
            <a:r>
              <a:rPr lang="en-US"/>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1"/>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a:t>Add Title with Important Words in Capital, Trebuchet 20pt.</a:t>
            </a:r>
            <a:endParaRPr/>
          </a:p>
        </p:txBody>
      </p:sp>
      <p:sp>
        <p:nvSpPr>
          <p:cNvPr id="19" name="Text Placeholder 2">
            <a:extLst>
              <a:ext uri="{FF2B5EF4-FFF2-40B4-BE49-F238E27FC236}">
                <a16:creationId xmlns:a16="http://schemas.microsoft.com/office/drawing/2014/main" id="{C39C6CE7-E4E5-CD42-88A1-0F43BE0B5EEC}"/>
              </a:ext>
            </a:extLst>
          </p:cNvPr>
          <p:cNvSpPr>
            <a:spLocks noGrp="1"/>
          </p:cNvSpPr>
          <p:nvPr>
            <p:ph type="body" sz="quarter" idx="18" hasCustomPrompt="1"/>
          </p:nvPr>
        </p:nvSpPr>
        <p:spPr>
          <a:xfrm>
            <a:off x="613212" y="1990724"/>
            <a:ext cx="7871734" cy="3857626"/>
          </a:xfrm>
          <a:prstGeom prst="rect">
            <a:avLst/>
          </a:prstGeom>
        </p:spPr>
        <p:txBody>
          <a:bodyPr numCol="1" spcCol="180000">
            <a:normAutofit/>
          </a:bodyPr>
          <a:lstStyle>
            <a:lvl1pPr marL="0" indent="0">
              <a:buNone/>
              <a:defRPr sz="1000">
                <a:latin typeface="+mn-lt"/>
              </a:defRPr>
            </a:lvl1pPr>
          </a:lstStyle>
          <a:p>
            <a:pPr lvl="0"/>
            <a:r>
              <a:rPr lang="en-US"/>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This can consist of multiple sentences ///  This can consist of multiple sentences ///  This can consist of multiple sentences ///  This can consist of multiple sentences ///  This can consist of multiple sentences /// ///  This can consist of multiple sentences /// Extra explanatory text, Open Sans Regular 25 pt.  ///  This can consist of multiple sentences</a:t>
            </a:r>
          </a:p>
        </p:txBody>
      </p:sp>
      <p:pic>
        <p:nvPicPr>
          <p:cNvPr id="22" name="Image" descr="Image">
            <a:extLst>
              <a:ext uri="{FF2B5EF4-FFF2-40B4-BE49-F238E27FC236}">
                <a16:creationId xmlns:a16="http://schemas.microsoft.com/office/drawing/2014/main" id="{D1B87532-7232-0C48-8763-E70667A7DBB9}"/>
              </a:ext>
            </a:extLst>
          </p:cNvPr>
          <p:cNvPicPr>
            <a:picLocks noChangeAspect="1"/>
          </p:cNvPicPr>
          <p:nvPr userDrawn="1"/>
        </p:nvPicPr>
        <p:blipFill rotWithShape="1">
          <a:blip r:embed="rId2">
            <a:alphaModFix amt="10000"/>
          </a:blip>
          <a:srcRect l="32082" t="5133" r="17871" b="42892"/>
          <a:stretch/>
        </p:blipFill>
        <p:spPr>
          <a:xfrm rot="10800000" flipH="1">
            <a:off x="7934172" y="-23105"/>
            <a:ext cx="1209829" cy="706956"/>
          </a:xfrm>
          <a:prstGeom prst="rect">
            <a:avLst/>
          </a:prstGeom>
          <a:ln w="12700">
            <a:miter lim="400000"/>
          </a:ln>
        </p:spPr>
      </p:pic>
      <p:pic>
        <p:nvPicPr>
          <p:cNvPr id="15" name="Image" descr="Image">
            <a:extLst>
              <a:ext uri="{FF2B5EF4-FFF2-40B4-BE49-F238E27FC236}">
                <a16:creationId xmlns:a16="http://schemas.microsoft.com/office/drawing/2014/main" id="{7034525D-9B5C-114B-AA62-B9CF1C99EB63}"/>
              </a:ext>
            </a:extLst>
          </p:cNvPr>
          <p:cNvPicPr>
            <a:picLocks noChangeAspect="1"/>
          </p:cNvPicPr>
          <p:nvPr userDrawn="1"/>
        </p:nvPicPr>
        <p:blipFill>
          <a:blip r:embed="rId2"/>
          <a:srcRect l="32082" t="5131" r="17030" b="32916"/>
          <a:stretch>
            <a:fillRect/>
          </a:stretch>
        </p:blipFill>
        <p:spPr>
          <a:xfrm>
            <a:off x="7930782" y="6036931"/>
            <a:ext cx="1230153" cy="842681"/>
          </a:xfrm>
          <a:prstGeom prst="rect">
            <a:avLst/>
          </a:prstGeom>
          <a:ln w="12700">
            <a:miter lim="400000"/>
          </a:ln>
        </p:spPr>
      </p:pic>
      <p:sp>
        <p:nvSpPr>
          <p:cNvPr id="23" name="Slide Number Placeholder 1">
            <a:extLst>
              <a:ext uri="{FF2B5EF4-FFF2-40B4-BE49-F238E27FC236}">
                <a16:creationId xmlns:a16="http://schemas.microsoft.com/office/drawing/2014/main" id="{55B0D614-D3D4-B444-91A4-61FBD530B579}"/>
              </a:ext>
            </a:extLst>
          </p:cNvPr>
          <p:cNvSpPr>
            <a:spLocks noGrp="1"/>
          </p:cNvSpPr>
          <p:nvPr>
            <p:ph type="sldNum" sz="quarter" idx="4"/>
          </p:nvPr>
        </p:nvSpPr>
        <p:spPr>
          <a:xfrm>
            <a:off x="8529375" y="6529270"/>
            <a:ext cx="536308" cy="303304"/>
          </a:xfrm>
          <a:prstGeom prst="rect">
            <a:avLst/>
          </a:prstGeom>
        </p:spPr>
        <p:txBody>
          <a:bodyPr vert="horz" lIns="91440" tIns="45720" rIns="91440" bIns="45720" rtlCol="0" anchor="ctr"/>
          <a:lstStyle>
            <a:lvl1pPr algn="r">
              <a:defRPr sz="600">
                <a:solidFill>
                  <a:schemeClr val="tx1">
                    <a:tint val="75000"/>
                  </a:schemeClr>
                </a:solidFill>
              </a:defRPr>
            </a:lvl1pPr>
          </a:lstStyle>
          <a:p>
            <a:fld id="{5E89B1FD-11B0-0F4B-A0BD-A76170B314AE}" type="slidenum">
              <a:rPr lang="en-US" smtClean="0"/>
              <a:pPr/>
              <a:t>‹#›</a:t>
            </a:fld>
            <a:endParaRPr lang="en-US" sz="600" dirty="0"/>
          </a:p>
        </p:txBody>
      </p:sp>
      <p:pic>
        <p:nvPicPr>
          <p:cNvPr id="11" name="Picture 10">
            <a:extLst>
              <a:ext uri="{FF2B5EF4-FFF2-40B4-BE49-F238E27FC236}">
                <a16:creationId xmlns:a16="http://schemas.microsoft.com/office/drawing/2014/main" id="{213AAF94-3C95-0F4F-9838-0222B514CAB6}"/>
              </a:ext>
            </a:extLst>
          </p:cNvPr>
          <p:cNvPicPr>
            <a:picLocks noChangeAspect="1"/>
          </p:cNvPicPr>
          <p:nvPr userDrawn="1"/>
        </p:nvPicPr>
        <p:blipFill>
          <a:blip r:embed="rId3"/>
          <a:stretch>
            <a:fillRect/>
          </a:stretch>
        </p:blipFill>
        <p:spPr>
          <a:xfrm>
            <a:off x="7979042" y="325147"/>
            <a:ext cx="954665" cy="739865"/>
          </a:xfrm>
          <a:prstGeom prst="rect">
            <a:avLst/>
          </a:prstGeom>
        </p:spPr>
      </p:pic>
    </p:spTree>
    <p:extLst>
      <p:ext uri="{BB962C8B-B14F-4D97-AF65-F5344CB8AC3E}">
        <p14:creationId xmlns:p14="http://schemas.microsoft.com/office/powerpoint/2010/main" val="3802946288"/>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947 Image">
    <p:spTree>
      <p:nvGrpSpPr>
        <p:cNvPr id="1" name=""/>
        <p:cNvGrpSpPr/>
        <p:nvPr/>
      </p:nvGrpSpPr>
      <p:grpSpPr>
        <a:xfrm>
          <a:off x="0" y="0"/>
          <a:ext cx="0" cy="0"/>
          <a:chOff x="0" y="0"/>
          <a:chExt cx="0" cy="0"/>
        </a:xfrm>
      </p:grpSpPr>
      <p:sp>
        <p:nvSpPr>
          <p:cNvPr id="27" name="Rectangle"/>
          <p:cNvSpPr/>
          <p:nvPr/>
        </p:nvSpPr>
        <p:spPr>
          <a:xfrm>
            <a:off x="-17145" y="-23105"/>
            <a:ext cx="204940" cy="866578"/>
          </a:xfrm>
          <a:prstGeom prst="rect">
            <a:avLst/>
          </a:prstGeom>
          <a:solidFill>
            <a:srgbClr val="013C78"/>
          </a:solidFill>
          <a:ln w="12700">
            <a:miter lim="400000"/>
          </a:ln>
        </p:spPr>
        <p:txBody>
          <a:bodyPr lIns="0" tIns="0" rIns="0" bIns="0" anchor="ctr"/>
          <a:lstStyle/>
          <a:p>
            <a:endParaRPr sz="675" b="0" i="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Placeholder 4">
            <a:extLst>
              <a:ext uri="{FF2B5EF4-FFF2-40B4-BE49-F238E27FC236}">
                <a16:creationId xmlns:a16="http://schemas.microsoft.com/office/drawing/2014/main" id="{60E16B76-20F0-4C4C-A4A8-363193BE563E}"/>
              </a:ext>
            </a:extLst>
          </p:cNvPr>
          <p:cNvSpPr>
            <a:spLocks noGrp="1"/>
          </p:cNvSpPr>
          <p:nvPr>
            <p:ph type="body" sz="quarter" idx="15" hasCustomPrompt="1"/>
          </p:nvPr>
        </p:nvSpPr>
        <p:spPr>
          <a:xfrm>
            <a:off x="248672" y="915193"/>
            <a:ext cx="7551774" cy="719885"/>
          </a:xfrm>
          <a:prstGeom prst="rect">
            <a:avLst/>
          </a:prstGeom>
        </p:spPr>
        <p:txBody>
          <a:bodyPr>
            <a:normAutofit/>
          </a:bodyPr>
          <a:lstStyle>
            <a:lvl1pPr marL="0" indent="0">
              <a:buNone/>
              <a:defRPr sz="1000">
                <a:latin typeface="+mn-lt"/>
              </a:defRPr>
            </a:lvl1pPr>
          </a:lstStyle>
          <a:p>
            <a:pPr lvl="0"/>
            <a:r>
              <a:rPr lang="en-US"/>
              <a:t>Extra explanatory text, Trebuchet Regular 10 pt.  ///  This can consist of multiple sentences ///  This can consist of multiple sentences ///  This can consist of multiple sentences ///  This can consist of multiple sentences ///  This can consist of multiple sentences ///  This can consist of multiple sentences ///  This can consist of multiple sentences</a:t>
            </a:r>
          </a:p>
        </p:txBody>
      </p:sp>
      <p:sp>
        <p:nvSpPr>
          <p:cNvPr id="16" name="Text Placeholder 4">
            <a:extLst>
              <a:ext uri="{FF2B5EF4-FFF2-40B4-BE49-F238E27FC236}">
                <a16:creationId xmlns:a16="http://schemas.microsoft.com/office/drawing/2014/main" id="{14350B4F-85D1-1E48-99AD-766780EEC87E}"/>
              </a:ext>
            </a:extLst>
          </p:cNvPr>
          <p:cNvSpPr>
            <a:spLocks noGrp="1"/>
          </p:cNvSpPr>
          <p:nvPr>
            <p:ph type="body" sz="quarter" idx="16" hasCustomPrompt="1"/>
          </p:nvPr>
        </p:nvSpPr>
        <p:spPr>
          <a:xfrm>
            <a:off x="248672" y="98568"/>
            <a:ext cx="7551774" cy="327012"/>
          </a:xfrm>
          <a:prstGeom prst="rect">
            <a:avLst/>
          </a:prstGeom>
        </p:spPr>
        <p:txBody>
          <a:bodyPr>
            <a:normAutofit/>
          </a:bodyPr>
          <a:lstStyle>
            <a:lvl1pPr marL="0" indent="0">
              <a:buNone/>
              <a:defRPr sz="1200" b="0" i="0" cap="all" baseline="0">
                <a:latin typeface="Trebuchet MS" panose="020B0703020202090204" pitchFamily="34" charset="0"/>
              </a:defRPr>
            </a:lvl1pPr>
          </a:lstStyle>
          <a:p>
            <a:pPr lvl="0"/>
            <a:r>
              <a:rPr lang="en-US"/>
              <a:t>ADD CHAPTER NAME IN CAPITALS, TREBUCHET REGULAR, 12pt.</a:t>
            </a:r>
          </a:p>
        </p:txBody>
      </p:sp>
      <p:sp>
        <p:nvSpPr>
          <p:cNvPr id="17" name="Title Text">
            <a:extLst>
              <a:ext uri="{FF2B5EF4-FFF2-40B4-BE49-F238E27FC236}">
                <a16:creationId xmlns:a16="http://schemas.microsoft.com/office/drawing/2014/main" id="{287A02DA-D26B-CF41-AAAD-FE5BE0B61F31}"/>
              </a:ext>
            </a:extLst>
          </p:cNvPr>
          <p:cNvSpPr txBox="1">
            <a:spLocks noGrp="1"/>
          </p:cNvSpPr>
          <p:nvPr>
            <p:ph type="title" hasCustomPrompt="1"/>
          </p:nvPr>
        </p:nvSpPr>
        <p:spPr>
          <a:xfrm>
            <a:off x="248674" y="425581"/>
            <a:ext cx="7551773" cy="417894"/>
          </a:xfrm>
          <a:prstGeom prst="rect">
            <a:avLst/>
          </a:prstGeom>
        </p:spPr>
        <p:txBody>
          <a:bodyPr anchor="b">
            <a:normAutofit/>
          </a:bodyPr>
          <a:lstStyle>
            <a:lvl1pPr>
              <a:defRPr sz="2000" b="1">
                <a:solidFill>
                  <a:srgbClr val="000000"/>
                </a:solidFill>
                <a:latin typeface="+mj-lt"/>
                <a:ea typeface="Open Sans Bold"/>
                <a:cs typeface="Open Sans Bold"/>
                <a:sym typeface="Open Sans Bold"/>
              </a:defRPr>
            </a:lvl1pPr>
          </a:lstStyle>
          <a:p>
            <a:r>
              <a:rPr lang="en-US"/>
              <a:t>Add Title with Important Words in Capital, Trebuchet 20pt.</a:t>
            </a:r>
            <a:endParaRPr/>
          </a:p>
        </p:txBody>
      </p:sp>
      <p:sp>
        <p:nvSpPr>
          <p:cNvPr id="18" name="Picture Placeholder 2">
            <a:extLst>
              <a:ext uri="{FF2B5EF4-FFF2-40B4-BE49-F238E27FC236}">
                <a16:creationId xmlns:a16="http://schemas.microsoft.com/office/drawing/2014/main" id="{B77969EA-B55C-894D-9358-83560C825FB1}"/>
              </a:ext>
            </a:extLst>
          </p:cNvPr>
          <p:cNvSpPr>
            <a:spLocks noGrp="1"/>
          </p:cNvSpPr>
          <p:nvPr>
            <p:ph type="pic" sz="quarter" idx="17" hasCustomPrompt="1"/>
          </p:nvPr>
        </p:nvSpPr>
        <p:spPr>
          <a:xfrm>
            <a:off x="613172" y="1990724"/>
            <a:ext cx="7923014" cy="3857626"/>
          </a:xfrm>
          <a:prstGeom prst="rect">
            <a:avLst/>
          </a:prstGeom>
        </p:spPr>
        <p:txBody>
          <a:bodyPr anchor="ctr"/>
          <a:lstStyle>
            <a:lvl1pPr marL="0" marR="0" indent="0" algn="ctr" defTabSz="309563" rtl="0" eaLnBrk="1" fontAlgn="auto" latinLnBrk="0" hangingPunct="1">
              <a:lnSpc>
                <a:spcPct val="100000"/>
              </a:lnSpc>
              <a:spcBef>
                <a:spcPts val="2213"/>
              </a:spcBef>
              <a:spcAft>
                <a:spcPts val="0"/>
              </a:spcAft>
              <a:buClrTx/>
              <a:buSzPct val="125000"/>
              <a:buFontTx/>
              <a:buNone/>
              <a:tabLst/>
              <a:defRPr sz="938" b="1"/>
            </a:lvl1pPr>
          </a:lstStyle>
          <a:p>
            <a:pPr marL="0" marR="0" lvl="0" indent="0" algn="l" defTabSz="309563" rtl="0" eaLnBrk="1" fontAlgn="auto" latinLnBrk="0" hangingPunct="1">
              <a:lnSpc>
                <a:spcPct val="100000"/>
              </a:lnSpc>
              <a:spcBef>
                <a:spcPts val="2213"/>
              </a:spcBef>
              <a:spcAft>
                <a:spcPts val="0"/>
              </a:spcAft>
              <a:buClrTx/>
              <a:buSzPct val="125000"/>
              <a:buFontTx/>
              <a:buNone/>
              <a:tabLst/>
              <a:defRPr/>
            </a:pPr>
            <a:r>
              <a:rPr lang="en-GB" dirty="0"/>
              <a:t>INSERT IMAGE</a:t>
            </a:r>
            <a:endParaRPr lang="en-US" dirty="0"/>
          </a:p>
        </p:txBody>
      </p:sp>
      <p:pic>
        <p:nvPicPr>
          <p:cNvPr id="22" name="Image" descr="Image">
            <a:extLst>
              <a:ext uri="{FF2B5EF4-FFF2-40B4-BE49-F238E27FC236}">
                <a16:creationId xmlns:a16="http://schemas.microsoft.com/office/drawing/2014/main" id="{FFB7FAA2-A74D-8D4D-9F41-9FF0DD80EF10}"/>
              </a:ext>
            </a:extLst>
          </p:cNvPr>
          <p:cNvPicPr>
            <a:picLocks noChangeAspect="1"/>
          </p:cNvPicPr>
          <p:nvPr userDrawn="1"/>
        </p:nvPicPr>
        <p:blipFill rotWithShape="1">
          <a:blip r:embed="rId2">
            <a:alphaModFix amt="10000"/>
          </a:blip>
          <a:srcRect l="32082" t="5133" r="17871" b="42892"/>
          <a:stretch/>
        </p:blipFill>
        <p:spPr>
          <a:xfrm rot="10800000" flipH="1">
            <a:off x="7934172" y="-23105"/>
            <a:ext cx="1209829" cy="706956"/>
          </a:xfrm>
          <a:prstGeom prst="rect">
            <a:avLst/>
          </a:prstGeom>
          <a:ln w="12700">
            <a:miter lim="400000"/>
          </a:ln>
        </p:spPr>
      </p:pic>
      <p:pic>
        <p:nvPicPr>
          <p:cNvPr id="15" name="Image" descr="Image">
            <a:extLst>
              <a:ext uri="{FF2B5EF4-FFF2-40B4-BE49-F238E27FC236}">
                <a16:creationId xmlns:a16="http://schemas.microsoft.com/office/drawing/2014/main" id="{A69AC7B3-F2E4-4B40-88C5-0FA7A2EDDE7A}"/>
              </a:ext>
            </a:extLst>
          </p:cNvPr>
          <p:cNvPicPr>
            <a:picLocks noChangeAspect="1"/>
          </p:cNvPicPr>
          <p:nvPr userDrawn="1"/>
        </p:nvPicPr>
        <p:blipFill>
          <a:blip r:embed="rId2"/>
          <a:srcRect l="32082" t="5131" r="17030" b="32916"/>
          <a:stretch>
            <a:fillRect/>
          </a:stretch>
        </p:blipFill>
        <p:spPr>
          <a:xfrm>
            <a:off x="7930782" y="6036931"/>
            <a:ext cx="1230153" cy="842681"/>
          </a:xfrm>
          <a:prstGeom prst="rect">
            <a:avLst/>
          </a:prstGeom>
          <a:ln w="12700">
            <a:miter lim="400000"/>
          </a:ln>
        </p:spPr>
      </p:pic>
      <p:sp>
        <p:nvSpPr>
          <p:cNvPr id="23" name="Slide Number Placeholder 1">
            <a:extLst>
              <a:ext uri="{FF2B5EF4-FFF2-40B4-BE49-F238E27FC236}">
                <a16:creationId xmlns:a16="http://schemas.microsoft.com/office/drawing/2014/main" id="{B2BB5A41-CB6F-744D-8044-FBF24575F49D}"/>
              </a:ext>
            </a:extLst>
          </p:cNvPr>
          <p:cNvSpPr>
            <a:spLocks noGrp="1"/>
          </p:cNvSpPr>
          <p:nvPr>
            <p:ph type="sldNum" sz="quarter" idx="4"/>
          </p:nvPr>
        </p:nvSpPr>
        <p:spPr>
          <a:xfrm>
            <a:off x="8529375" y="6529270"/>
            <a:ext cx="536308" cy="303304"/>
          </a:xfrm>
          <a:prstGeom prst="rect">
            <a:avLst/>
          </a:prstGeom>
        </p:spPr>
        <p:txBody>
          <a:bodyPr vert="horz" lIns="91440" tIns="45720" rIns="91440" bIns="45720" rtlCol="0" anchor="ctr"/>
          <a:lstStyle>
            <a:lvl1pPr algn="r">
              <a:defRPr sz="600">
                <a:solidFill>
                  <a:schemeClr val="tx1">
                    <a:tint val="75000"/>
                  </a:schemeClr>
                </a:solidFill>
              </a:defRPr>
            </a:lvl1pPr>
          </a:lstStyle>
          <a:p>
            <a:fld id="{5E89B1FD-11B0-0F4B-A0BD-A76170B314AE}" type="slidenum">
              <a:rPr lang="en-US" smtClean="0"/>
              <a:pPr/>
              <a:t>‹#›</a:t>
            </a:fld>
            <a:endParaRPr lang="en-US" sz="600" dirty="0"/>
          </a:p>
        </p:txBody>
      </p:sp>
      <p:pic>
        <p:nvPicPr>
          <p:cNvPr id="11" name="Picture 10">
            <a:extLst>
              <a:ext uri="{FF2B5EF4-FFF2-40B4-BE49-F238E27FC236}">
                <a16:creationId xmlns:a16="http://schemas.microsoft.com/office/drawing/2014/main" id="{F9D00A5D-DF7D-334E-AA32-2BEBBAED7149}"/>
              </a:ext>
            </a:extLst>
          </p:cNvPr>
          <p:cNvPicPr>
            <a:picLocks noChangeAspect="1"/>
          </p:cNvPicPr>
          <p:nvPr userDrawn="1"/>
        </p:nvPicPr>
        <p:blipFill>
          <a:blip r:embed="rId3"/>
          <a:stretch>
            <a:fillRect/>
          </a:stretch>
        </p:blipFill>
        <p:spPr>
          <a:xfrm>
            <a:off x="7979042" y="325147"/>
            <a:ext cx="954665" cy="739865"/>
          </a:xfrm>
          <a:prstGeom prst="rect">
            <a:avLst/>
          </a:prstGeom>
        </p:spPr>
      </p:pic>
    </p:spTree>
    <p:extLst>
      <p:ext uri="{BB962C8B-B14F-4D97-AF65-F5344CB8AC3E}">
        <p14:creationId xmlns:p14="http://schemas.microsoft.com/office/powerpoint/2010/main" val="724507570"/>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tx" preserve="1">
  <p:cSld name="1947 Closure">
    <p:bg>
      <p:bgPr>
        <a:solidFill>
          <a:srgbClr val="052744"/>
        </a:solidFill>
        <a:effectLst/>
      </p:bgPr>
    </p:bg>
    <p:spTree>
      <p:nvGrpSpPr>
        <p:cNvPr id="1" name=""/>
        <p:cNvGrpSpPr/>
        <p:nvPr/>
      </p:nvGrpSpPr>
      <p:grpSpPr>
        <a:xfrm>
          <a:off x="0" y="0"/>
          <a:ext cx="0" cy="0"/>
          <a:chOff x="0" y="0"/>
          <a:chExt cx="0" cy="0"/>
        </a:xfrm>
      </p:grpSpPr>
      <p:pic>
        <p:nvPicPr>
          <p:cNvPr id="6" name="Background.pdf" descr="Background.pdf">
            <a:extLst>
              <a:ext uri="{FF2B5EF4-FFF2-40B4-BE49-F238E27FC236}">
                <a16:creationId xmlns:a16="http://schemas.microsoft.com/office/drawing/2014/main" id="{7F37F950-FD6A-5040-AF19-3F0ED1870797}"/>
              </a:ext>
            </a:extLst>
          </p:cNvPr>
          <p:cNvPicPr>
            <a:picLocks noChangeAspect="1"/>
          </p:cNvPicPr>
          <p:nvPr userDrawn="1"/>
        </p:nvPicPr>
        <p:blipFill>
          <a:blip r:embed="rId2"/>
          <a:stretch>
            <a:fillRect/>
          </a:stretch>
        </p:blipFill>
        <p:spPr>
          <a:xfrm>
            <a:off x="-1016000" y="0"/>
            <a:ext cx="10160000" cy="6858000"/>
          </a:xfrm>
          <a:prstGeom prst="rect">
            <a:avLst/>
          </a:prstGeom>
          <a:ln w="12700">
            <a:miter lim="400000"/>
          </a:ln>
        </p:spPr>
      </p:pic>
      <p:sp>
        <p:nvSpPr>
          <p:cNvPr id="45" name="Thank you"/>
          <p:cNvSpPr txBox="1"/>
          <p:nvPr/>
        </p:nvSpPr>
        <p:spPr>
          <a:xfrm>
            <a:off x="713508" y="1642231"/>
            <a:ext cx="1798569" cy="50013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9050" tIns="19050" rIns="19050" bIns="19050" anchor="ctr">
            <a:spAutoFit/>
          </a:bodyPr>
          <a:lstStyle>
            <a:lvl1pPr algn="l">
              <a:defRPr sz="8000">
                <a:solidFill>
                  <a:srgbClr val="FFFFFF"/>
                </a:solidFill>
                <a:latin typeface="Open Sans Light"/>
                <a:ea typeface="Open Sans Light"/>
                <a:cs typeface="Open Sans Light"/>
                <a:sym typeface="Open Sans Light"/>
              </a:defRPr>
            </a:lvl1pPr>
          </a:lstStyle>
          <a:p>
            <a:r>
              <a:rPr sz="3000" dirty="0">
                <a:latin typeface="Trebuchet MS" panose="020B0703020202090204" pitchFamily="34" charset="0"/>
              </a:rPr>
              <a:t>Thank you</a:t>
            </a:r>
          </a:p>
        </p:txBody>
      </p:sp>
      <p:pic>
        <p:nvPicPr>
          <p:cNvPr id="12" name="Image" descr="Image">
            <a:extLst>
              <a:ext uri="{FF2B5EF4-FFF2-40B4-BE49-F238E27FC236}">
                <a16:creationId xmlns:a16="http://schemas.microsoft.com/office/drawing/2014/main" id="{36012AAF-551B-4346-AE94-0A68CFD7A378}"/>
              </a:ext>
            </a:extLst>
          </p:cNvPr>
          <p:cNvPicPr>
            <a:picLocks noChangeAspect="1"/>
          </p:cNvPicPr>
          <p:nvPr userDrawn="1"/>
        </p:nvPicPr>
        <p:blipFill>
          <a:blip r:embed="rId3"/>
          <a:stretch>
            <a:fillRect/>
          </a:stretch>
        </p:blipFill>
        <p:spPr>
          <a:xfrm>
            <a:off x="8088793" y="6040275"/>
            <a:ext cx="787775" cy="522826"/>
          </a:xfrm>
          <a:prstGeom prst="rect">
            <a:avLst/>
          </a:prstGeom>
          <a:ln w="12700">
            <a:miter lim="400000"/>
          </a:ln>
        </p:spPr>
      </p:pic>
      <p:pic>
        <p:nvPicPr>
          <p:cNvPr id="8" name="Picture 7">
            <a:extLst>
              <a:ext uri="{FF2B5EF4-FFF2-40B4-BE49-F238E27FC236}">
                <a16:creationId xmlns:a16="http://schemas.microsoft.com/office/drawing/2014/main" id="{19D23D8B-1947-3A42-A74B-EF749E740A6D}"/>
              </a:ext>
            </a:extLst>
          </p:cNvPr>
          <p:cNvPicPr>
            <a:picLocks noChangeAspect="1"/>
          </p:cNvPicPr>
          <p:nvPr userDrawn="1"/>
        </p:nvPicPr>
        <p:blipFill>
          <a:blip r:embed="rId4"/>
          <a:stretch>
            <a:fillRect/>
          </a:stretch>
        </p:blipFill>
        <p:spPr>
          <a:xfrm>
            <a:off x="6465728" y="1175761"/>
            <a:ext cx="1979754" cy="1534309"/>
          </a:xfrm>
          <a:prstGeom prst="rect">
            <a:avLst/>
          </a:prstGeom>
        </p:spPr>
      </p:pic>
    </p:spTree>
    <p:extLst>
      <p:ext uri="{BB962C8B-B14F-4D97-AF65-F5344CB8AC3E}">
        <p14:creationId xmlns:p14="http://schemas.microsoft.com/office/powerpoint/2010/main" val="323565316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8.em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7.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9.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image" Target="../media/image23.png"/><Relationship Id="rId5" Type="http://schemas.openxmlformats.org/officeDocument/2006/relationships/slideLayout" Target="../slideLayouts/slideLayout26.xml"/><Relationship Id="rId10" Type="http://schemas.openxmlformats.org/officeDocument/2006/relationships/image" Target="../media/image8.emf"/><Relationship Id="rId4" Type="http://schemas.openxmlformats.org/officeDocument/2006/relationships/slideLayout" Target="../slideLayouts/slideLayout25.xml"/><Relationship Id="rId9" Type="http://schemas.openxmlformats.org/officeDocument/2006/relationships/image" Target="../media/image2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media/image9.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image" Target="../media/image8.emf"/><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image" Target="../media/image7.png"/><Relationship Id="rId5" Type="http://schemas.openxmlformats.org/officeDocument/2006/relationships/slideLayout" Target="../slideLayouts/slideLayout33.xml"/><Relationship Id="rId10" Type="http://schemas.openxmlformats.org/officeDocument/2006/relationships/theme" Target="../theme/theme4.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image" Target="../media/image23.png"/><Relationship Id="rId5" Type="http://schemas.openxmlformats.org/officeDocument/2006/relationships/slideLayout" Target="../slideLayouts/slideLayout42.xml"/><Relationship Id="rId10" Type="http://schemas.openxmlformats.org/officeDocument/2006/relationships/image" Target="../media/image25.png"/><Relationship Id="rId4" Type="http://schemas.openxmlformats.org/officeDocument/2006/relationships/slideLayout" Target="../slideLayouts/slideLayout41.xml"/><Relationship Id="rId9" Type="http://schemas.openxmlformats.org/officeDocument/2006/relationships/image" Target="../media/image22.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image" Target="../media/image27.emf"/><Relationship Id="rId2" Type="http://schemas.openxmlformats.org/officeDocument/2006/relationships/slideLayout" Target="../slideLayouts/slideLayout46.xml"/><Relationship Id="rId16" Type="http://schemas.openxmlformats.org/officeDocument/2006/relationships/oleObject" Target="../embeddings/oleObject1.bin"/><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tags" Target="../tags/tag2.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8.emf"/><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image" Target="../media/image7.png"/><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theme" Target="../theme/theme7.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9.png"/></Relationships>
</file>

<file path=ppt/slideMasters/_rels/slideMaster8.xml.rels><?xml version="1.0" encoding="UTF-8" standalone="yes"?>
<Relationships xmlns="http://schemas.openxmlformats.org/package/2006/relationships"><Relationship Id="rId8" Type="http://schemas.openxmlformats.org/officeDocument/2006/relationships/theme" Target="../theme/theme8.xml"/><Relationship Id="rId3" Type="http://schemas.openxmlformats.org/officeDocument/2006/relationships/slideLayout" Target="../slideLayouts/slideLayout70.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image" Target="../media/image33.emf"/><Relationship Id="rId5" Type="http://schemas.openxmlformats.org/officeDocument/2006/relationships/slideLayout" Target="../slideLayouts/slideLayout72.xml"/><Relationship Id="rId10" Type="http://schemas.openxmlformats.org/officeDocument/2006/relationships/image" Target="../media/image23.png"/><Relationship Id="rId4" Type="http://schemas.openxmlformats.org/officeDocument/2006/relationships/slideLayout" Target="../slideLayouts/slideLayout71.xml"/><Relationship Id="rId9" Type="http://schemas.openxmlformats.org/officeDocument/2006/relationships/image" Target="../media/image2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96000">
              <a:schemeClr val="bg1"/>
            </a:gs>
            <a:gs pos="82000">
              <a:schemeClr val="bg1"/>
            </a:gs>
            <a:gs pos="17000">
              <a:schemeClr val="bg1"/>
            </a:gs>
          </a:gsLst>
          <a:lin ang="5400000" scaled="1"/>
          <a:tileRect/>
        </a:gra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bwMode="auto">
          <a:xfrm>
            <a:off x="457200" y="203200"/>
            <a:ext cx="5843588" cy="6334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69635" name="Rectangle 3"/>
          <p:cNvSpPr>
            <a:spLocks noGrp="1" noChangeArrowheads="1"/>
          </p:cNvSpPr>
          <p:nvPr>
            <p:ph type="body" idx="1"/>
          </p:nvPr>
        </p:nvSpPr>
        <p:spPr bwMode="auto">
          <a:xfrm>
            <a:off x="457200" y="1423988"/>
            <a:ext cx="8229600" cy="4525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9637"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000">
                <a:latin typeface="+mn-lt"/>
              </a:defRPr>
            </a:lvl1pPr>
          </a:lstStyle>
          <a:p>
            <a:pPr algn="ctr" fontAlgn="base">
              <a:spcBef>
                <a:spcPct val="0"/>
              </a:spcBef>
              <a:spcAft>
                <a:spcPct val="0"/>
              </a:spcAft>
            </a:pPr>
            <a:endParaRPr lang="en-GB" dirty="0">
              <a:solidFill>
                <a:srgbClr val="000000"/>
              </a:solidFill>
            </a:endParaRPr>
          </a:p>
        </p:txBody>
      </p:sp>
      <p:sp>
        <p:nvSpPr>
          <p:cNvPr id="69638"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000">
                <a:latin typeface="+mn-lt"/>
              </a:defRPr>
            </a:lvl1pPr>
          </a:lstStyle>
          <a:p>
            <a:pPr fontAlgn="base">
              <a:spcBef>
                <a:spcPct val="0"/>
              </a:spcBef>
              <a:spcAft>
                <a:spcPct val="0"/>
              </a:spcAft>
            </a:pPr>
            <a:fld id="{8218FC5E-BF16-466C-979D-648AC0FC66A4}" type="slidenum">
              <a:rPr lang="en-GB">
                <a:solidFill>
                  <a:srgbClr val="000000"/>
                </a:solidFill>
              </a:rPr>
              <a:pPr fontAlgn="base">
                <a:spcBef>
                  <a:spcPct val="0"/>
                </a:spcBef>
                <a:spcAft>
                  <a:spcPct val="0"/>
                </a:spcAft>
              </a:pPr>
              <a:t>‹#›</a:t>
            </a:fld>
            <a:endParaRPr lang="en-GB" dirty="0">
              <a:solidFill>
                <a:srgbClr val="000000"/>
              </a:solidFill>
            </a:endParaRPr>
          </a:p>
        </p:txBody>
      </p:sp>
      <p:sp>
        <p:nvSpPr>
          <p:cNvPr id="69639" name="Line 7"/>
          <p:cNvSpPr>
            <a:spLocks noChangeShapeType="1"/>
          </p:cNvSpPr>
          <p:nvPr userDrawn="1"/>
        </p:nvSpPr>
        <p:spPr bwMode="auto">
          <a:xfrm>
            <a:off x="179388" y="1052513"/>
            <a:ext cx="8713787" cy="0"/>
          </a:xfrm>
          <a:prstGeom prst="line">
            <a:avLst/>
          </a:prstGeom>
          <a:noFill/>
          <a:ln w="28575">
            <a:solidFill>
              <a:srgbClr val="00864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fontAlgn="base">
              <a:spcBef>
                <a:spcPct val="0"/>
              </a:spcBef>
              <a:spcAft>
                <a:spcPct val="0"/>
              </a:spcAft>
            </a:pPr>
            <a:endParaRPr lang="en-US" sz="1200" dirty="0">
              <a:solidFill>
                <a:srgbClr val="000000"/>
              </a:solidFill>
              <a:latin typeface="Arial" panose="020B0604020202020204" pitchFamily="34" charset="0"/>
            </a:endParaRPr>
          </a:p>
        </p:txBody>
      </p:sp>
      <p:pic>
        <p:nvPicPr>
          <p:cNvPr id="69640" name="Picture 8" descr="PCB 2col logo"/>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6443663" y="333375"/>
            <a:ext cx="2551112" cy="495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37537324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hdr="0" ftr="0" dt="0"/>
  <p:txStyles>
    <p:titleStyle>
      <a:lvl1pPr algn="l" rtl="0" fontAlgn="base">
        <a:spcBef>
          <a:spcPct val="0"/>
        </a:spcBef>
        <a:spcAft>
          <a:spcPct val="0"/>
        </a:spcAft>
        <a:defRPr sz="3200" kern="1200">
          <a:solidFill>
            <a:schemeClr val="tx2"/>
          </a:solidFill>
          <a:latin typeface="+mj-lt"/>
          <a:ea typeface="+mj-ea"/>
          <a:cs typeface="+mj-cs"/>
        </a:defRPr>
      </a:lvl1pPr>
      <a:lvl2pPr algn="l" rtl="0" fontAlgn="base">
        <a:spcBef>
          <a:spcPct val="0"/>
        </a:spcBef>
        <a:spcAft>
          <a:spcPct val="0"/>
        </a:spcAft>
        <a:defRPr sz="3200">
          <a:solidFill>
            <a:schemeClr val="tx2"/>
          </a:solidFill>
          <a:latin typeface="Century Gothic" panose="020B0502020202020204" pitchFamily="34" charset="0"/>
        </a:defRPr>
      </a:lvl2pPr>
      <a:lvl3pPr algn="l" rtl="0" fontAlgn="base">
        <a:spcBef>
          <a:spcPct val="0"/>
        </a:spcBef>
        <a:spcAft>
          <a:spcPct val="0"/>
        </a:spcAft>
        <a:defRPr sz="3200">
          <a:solidFill>
            <a:schemeClr val="tx2"/>
          </a:solidFill>
          <a:latin typeface="Century Gothic" panose="020B0502020202020204" pitchFamily="34" charset="0"/>
        </a:defRPr>
      </a:lvl3pPr>
      <a:lvl4pPr algn="l" rtl="0" fontAlgn="base">
        <a:spcBef>
          <a:spcPct val="0"/>
        </a:spcBef>
        <a:spcAft>
          <a:spcPct val="0"/>
        </a:spcAft>
        <a:defRPr sz="3200">
          <a:solidFill>
            <a:schemeClr val="tx2"/>
          </a:solidFill>
          <a:latin typeface="Century Gothic" panose="020B0502020202020204" pitchFamily="34" charset="0"/>
        </a:defRPr>
      </a:lvl4pPr>
      <a:lvl5pPr algn="l" rtl="0" fontAlgn="base">
        <a:spcBef>
          <a:spcPct val="0"/>
        </a:spcBef>
        <a:spcAft>
          <a:spcPct val="0"/>
        </a:spcAft>
        <a:defRPr sz="3200">
          <a:solidFill>
            <a:schemeClr val="tx2"/>
          </a:solidFill>
          <a:latin typeface="Century Gothic" panose="020B0502020202020204" pitchFamily="34" charset="0"/>
        </a:defRPr>
      </a:lvl5pPr>
      <a:lvl6pPr marL="457200" algn="l" rtl="0" fontAlgn="base">
        <a:spcBef>
          <a:spcPct val="0"/>
        </a:spcBef>
        <a:spcAft>
          <a:spcPct val="0"/>
        </a:spcAft>
        <a:defRPr sz="3200">
          <a:solidFill>
            <a:schemeClr val="tx2"/>
          </a:solidFill>
          <a:latin typeface="Century Gothic" panose="020B0502020202020204" pitchFamily="34" charset="0"/>
        </a:defRPr>
      </a:lvl6pPr>
      <a:lvl7pPr marL="914400" algn="l" rtl="0" fontAlgn="base">
        <a:spcBef>
          <a:spcPct val="0"/>
        </a:spcBef>
        <a:spcAft>
          <a:spcPct val="0"/>
        </a:spcAft>
        <a:defRPr sz="3200">
          <a:solidFill>
            <a:schemeClr val="tx2"/>
          </a:solidFill>
          <a:latin typeface="Century Gothic" panose="020B0502020202020204" pitchFamily="34" charset="0"/>
        </a:defRPr>
      </a:lvl7pPr>
      <a:lvl8pPr marL="1371600" algn="l" rtl="0" fontAlgn="base">
        <a:spcBef>
          <a:spcPct val="0"/>
        </a:spcBef>
        <a:spcAft>
          <a:spcPct val="0"/>
        </a:spcAft>
        <a:defRPr sz="3200">
          <a:solidFill>
            <a:schemeClr val="tx2"/>
          </a:solidFill>
          <a:latin typeface="Century Gothic" panose="020B0502020202020204" pitchFamily="34" charset="0"/>
        </a:defRPr>
      </a:lvl8pPr>
      <a:lvl9pPr marL="1828800" algn="l" rtl="0" fontAlgn="base">
        <a:spcBef>
          <a:spcPct val="0"/>
        </a:spcBef>
        <a:spcAft>
          <a:spcPct val="0"/>
        </a:spcAft>
        <a:defRPr sz="3200">
          <a:solidFill>
            <a:schemeClr val="tx2"/>
          </a:solidFill>
          <a:latin typeface="Century Gothic" panose="020B0502020202020204" pitchFamily="34" charset="0"/>
        </a:defRPr>
      </a:lvl9pPr>
    </p:titleStyle>
    <p:bodyStyle>
      <a:lvl1pPr marL="342900" indent="-342900" algn="l" rtl="0" fontAlgn="base">
        <a:spcBef>
          <a:spcPct val="20000"/>
        </a:spcBef>
        <a:spcAft>
          <a:spcPct val="0"/>
        </a:spcAft>
        <a:buClr>
          <a:srgbClr val="008649"/>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rgbClr val="008649"/>
        </a:buClr>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Clr>
          <a:srgbClr val="008649"/>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rgbClr val="008649"/>
        </a:buClr>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Clr>
          <a:srgbClr val="008649"/>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Background.pdf" descr="Background.pdf">
            <a:extLst>
              <a:ext uri="{FF2B5EF4-FFF2-40B4-BE49-F238E27FC236}">
                <a16:creationId xmlns:a16="http://schemas.microsoft.com/office/drawing/2014/main" id="{CF34F3F3-59DE-3142-BD76-D47458C9FEEB}"/>
              </a:ext>
            </a:extLst>
          </p:cNvPr>
          <p:cNvPicPr>
            <a:picLocks noChangeAspect="1"/>
          </p:cNvPicPr>
          <p:nvPr userDrawn="1"/>
        </p:nvPicPr>
        <p:blipFill rotWithShape="1">
          <a:blip r:embed="rId12" cstate="email">
            <a:extLst>
              <a:ext uri="{28A0092B-C50C-407E-A947-70E740481C1C}">
                <a14:useLocalDpi xmlns:a14="http://schemas.microsoft.com/office/drawing/2010/main"/>
              </a:ext>
            </a:extLst>
          </a:blip>
          <a:srcRect r="-11100"/>
          <a:stretch/>
        </p:blipFill>
        <p:spPr>
          <a:xfrm>
            <a:off x="3" y="0"/>
            <a:ext cx="10160000" cy="6858000"/>
          </a:xfrm>
          <a:prstGeom prst="rect">
            <a:avLst/>
          </a:prstGeom>
          <a:ln w="12700">
            <a:miter lim="400000"/>
          </a:ln>
        </p:spPr>
      </p:pic>
      <p:pic>
        <p:nvPicPr>
          <p:cNvPr id="3" name="Picture 2">
            <a:extLst>
              <a:ext uri="{FF2B5EF4-FFF2-40B4-BE49-F238E27FC236}">
                <a16:creationId xmlns:a16="http://schemas.microsoft.com/office/drawing/2014/main" id="{1E4D435F-0B05-C044-B1B6-1F6CE315665C}"/>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5958423" y="414833"/>
            <a:ext cx="2982383" cy="3578860"/>
          </a:xfrm>
          <a:prstGeom prst="rect">
            <a:avLst/>
          </a:prstGeom>
        </p:spPr>
      </p:pic>
      <p:pic>
        <p:nvPicPr>
          <p:cNvPr id="7" name="Image" descr="Image">
            <a:extLst>
              <a:ext uri="{FF2B5EF4-FFF2-40B4-BE49-F238E27FC236}">
                <a16:creationId xmlns:a16="http://schemas.microsoft.com/office/drawing/2014/main" id="{5F52DF1A-BD0E-464A-9569-E9921612D81A}"/>
              </a:ext>
            </a:extLst>
          </p:cNvPr>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8088791" y="6040275"/>
            <a:ext cx="787774" cy="522826"/>
          </a:xfrm>
          <a:prstGeom prst="rect">
            <a:avLst/>
          </a:prstGeom>
          <a:ln w="12700">
            <a:miter lim="400000"/>
          </a:ln>
        </p:spPr>
      </p:pic>
    </p:spTree>
    <p:extLst>
      <p:ext uri="{BB962C8B-B14F-4D97-AF65-F5344CB8AC3E}">
        <p14:creationId xmlns:p14="http://schemas.microsoft.com/office/powerpoint/2010/main" val="3214094985"/>
      </p:ext>
    </p:extLst>
  </p:cSld>
  <p:clrMap bg1="lt1" tx1="dk1" bg2="lt2" tx2="dk2" accent1="accent1" accent2="accent2" accent3="accent3" accent4="accent4" accent5="accent5" accent6="accent6" hlink="hlink" folHlink="folHlink"/>
  <p:sldLayoutIdLst>
    <p:sldLayoutId id="2147484131" r:id="rId1"/>
    <p:sldLayoutId id="2147484132" r:id="rId2"/>
    <p:sldLayoutId id="2147484133" r:id="rId3"/>
    <p:sldLayoutId id="2147484134" r:id="rId4"/>
    <p:sldLayoutId id="2147484135" r:id="rId5"/>
    <p:sldLayoutId id="2147484136" r:id="rId6"/>
    <p:sldLayoutId id="2147484137" r:id="rId7"/>
    <p:sldLayoutId id="2147484138" r:id="rId8"/>
    <p:sldLayoutId id="2147484139" r:id="rId9"/>
    <p:sldLayoutId id="2147484259" r:id="rId10"/>
  </p:sldLayoutIdLst>
  <p:transition spd="med"/>
  <p:hf sldNum="0" hdr="0" ftr="0" dt="0"/>
  <p:txStyles>
    <p:titleStyle>
      <a:lvl1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1pPr>
      <a:lvl2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2pPr>
      <a:lvl3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3pPr>
      <a:lvl4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4pPr>
      <a:lvl5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5pPr>
      <a:lvl6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6pPr>
      <a:lvl7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7pPr>
      <a:lvl8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8pPr>
      <a:lvl9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9pPr>
    </p:titleStyle>
    <p:bodyStyle>
      <a:lvl1pPr marL="238087"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1pPr>
      <a:lvl2pPr marL="476173"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2pPr>
      <a:lvl3pPr marL="714260"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3pPr>
      <a:lvl4pPr marL="952348"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4pPr>
      <a:lvl5pPr marL="1190435"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5pPr>
      <a:lvl6pPr marL="1388840" marR="0" indent="-198406"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6pPr>
      <a:lvl7pPr marL="1626926" marR="0" indent="-198406"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7pPr>
      <a:lvl8pPr marL="1865012" marR="0" indent="-198406"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8pPr>
      <a:lvl9pPr marL="2103101" marR="0" indent="-198406"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9pPr>
    </p:bodyStyle>
    <p:otherStyle>
      <a:lvl1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1pPr>
      <a:lvl2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2pPr>
      <a:lvl3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3pPr>
      <a:lvl4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4pPr>
      <a:lvl5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5pPr>
      <a:lvl6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6pPr>
      <a:lvl7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7pPr>
      <a:lvl8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8pPr>
      <a:lvl9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Background.pdf" descr="Background.pdf">
            <a:extLst>
              <a:ext uri="{FF2B5EF4-FFF2-40B4-BE49-F238E27FC236}">
                <a16:creationId xmlns:a16="http://schemas.microsoft.com/office/drawing/2014/main" id="{CF34F3F3-59DE-3142-BD76-D47458C9FEEB}"/>
              </a:ext>
            </a:extLst>
          </p:cNvPr>
          <p:cNvPicPr>
            <a:picLocks noChangeAspect="1"/>
          </p:cNvPicPr>
          <p:nvPr userDrawn="1"/>
        </p:nvPicPr>
        <p:blipFill rotWithShape="1">
          <a:blip r:embed="rId9"/>
          <a:srcRect l="9991" r="-9991"/>
          <a:stretch/>
        </p:blipFill>
        <p:spPr>
          <a:xfrm>
            <a:off x="0" y="0"/>
            <a:ext cx="10160000" cy="6858000"/>
          </a:xfrm>
          <a:prstGeom prst="rect">
            <a:avLst/>
          </a:prstGeom>
          <a:ln w="12700">
            <a:miter lim="400000"/>
          </a:ln>
        </p:spPr>
      </p:pic>
      <p:pic>
        <p:nvPicPr>
          <p:cNvPr id="3" name="Picture 2">
            <a:extLst>
              <a:ext uri="{FF2B5EF4-FFF2-40B4-BE49-F238E27FC236}">
                <a16:creationId xmlns:a16="http://schemas.microsoft.com/office/drawing/2014/main" id="{1E4D435F-0B05-C044-B1B6-1F6CE315665C}"/>
              </a:ext>
            </a:extLst>
          </p:cNvPr>
          <p:cNvPicPr>
            <a:picLocks noChangeAspect="1"/>
          </p:cNvPicPr>
          <p:nvPr userDrawn="1"/>
        </p:nvPicPr>
        <p:blipFill>
          <a:blip r:embed="rId10"/>
          <a:stretch>
            <a:fillRect/>
          </a:stretch>
        </p:blipFill>
        <p:spPr>
          <a:xfrm>
            <a:off x="5958418" y="414827"/>
            <a:ext cx="2982383" cy="3578860"/>
          </a:xfrm>
          <a:prstGeom prst="rect">
            <a:avLst/>
          </a:prstGeom>
        </p:spPr>
      </p:pic>
      <p:pic>
        <p:nvPicPr>
          <p:cNvPr id="7" name="Image" descr="Image">
            <a:extLst>
              <a:ext uri="{FF2B5EF4-FFF2-40B4-BE49-F238E27FC236}">
                <a16:creationId xmlns:a16="http://schemas.microsoft.com/office/drawing/2014/main" id="{5F52DF1A-BD0E-464A-9569-E9921612D81A}"/>
              </a:ext>
            </a:extLst>
          </p:cNvPr>
          <p:cNvPicPr>
            <a:picLocks noChangeAspect="1"/>
          </p:cNvPicPr>
          <p:nvPr userDrawn="1"/>
        </p:nvPicPr>
        <p:blipFill>
          <a:blip r:embed="rId11"/>
          <a:stretch>
            <a:fillRect/>
          </a:stretch>
        </p:blipFill>
        <p:spPr>
          <a:xfrm>
            <a:off x="8088791" y="6040275"/>
            <a:ext cx="787774" cy="522826"/>
          </a:xfrm>
          <a:prstGeom prst="rect">
            <a:avLst/>
          </a:prstGeom>
          <a:ln w="12700">
            <a:miter lim="400000"/>
          </a:ln>
        </p:spPr>
      </p:pic>
    </p:spTree>
    <p:extLst>
      <p:ext uri="{BB962C8B-B14F-4D97-AF65-F5344CB8AC3E}">
        <p14:creationId xmlns:p14="http://schemas.microsoft.com/office/powerpoint/2010/main" val="1405208940"/>
      </p:ext>
    </p:extLst>
  </p:cSld>
  <p:clrMap bg1="lt1" tx1="dk1" bg2="lt2" tx2="dk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Lst>
  <p:transition spd="med"/>
  <p:hf hdr="0" ftr="0" dt="0"/>
  <p:txStyles>
    <p:titleStyle>
      <a:lvl1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1pPr>
      <a:lvl2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2pPr>
      <a:lvl3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3pPr>
      <a:lvl4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4pPr>
      <a:lvl5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5pPr>
      <a:lvl6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6pPr>
      <a:lvl7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7pPr>
      <a:lvl8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8pPr>
      <a:lvl9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9pPr>
    </p:titleStyle>
    <p:bodyStyle>
      <a:lvl1pPr marL="238125" marR="0" indent="-238125"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1pPr>
      <a:lvl2pPr marL="476250" marR="0" indent="-238125"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2pPr>
      <a:lvl3pPr marL="714375" marR="0" indent="-238125"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3pPr>
      <a:lvl4pPr marL="952500" marR="0" indent="-238125"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4pPr>
      <a:lvl5pPr marL="1190625" marR="0" indent="-238125"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5pPr>
      <a:lvl6pPr marL="1389062" marR="0" indent="-198437"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6pPr>
      <a:lvl7pPr marL="1627187" marR="0" indent="-198437"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7pPr>
      <a:lvl8pPr marL="1865312" marR="0" indent="-198437"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8pPr>
      <a:lvl9pPr marL="2103437" marR="0" indent="-198437"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9pPr>
    </p:bodyStyle>
    <p:otherStyle>
      <a:lvl1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1pPr>
      <a:lvl2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2pPr>
      <a:lvl3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3pPr>
      <a:lvl4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4pPr>
      <a:lvl5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5pPr>
      <a:lvl6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6pPr>
      <a:lvl7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7pPr>
      <a:lvl8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8pPr>
      <a:lvl9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Background.pdf" descr="Background.pdf">
            <a:extLst>
              <a:ext uri="{FF2B5EF4-FFF2-40B4-BE49-F238E27FC236}">
                <a16:creationId xmlns:a16="http://schemas.microsoft.com/office/drawing/2014/main" id="{CF34F3F3-59DE-3142-BD76-D47458C9FEEB}"/>
              </a:ext>
            </a:extLst>
          </p:cNvPr>
          <p:cNvPicPr>
            <a:picLocks noChangeAspect="1"/>
          </p:cNvPicPr>
          <p:nvPr userDrawn="1"/>
        </p:nvPicPr>
        <p:blipFill rotWithShape="1">
          <a:blip r:embed="rId11" cstate="email">
            <a:extLst>
              <a:ext uri="{28A0092B-C50C-407E-A947-70E740481C1C}">
                <a14:useLocalDpi xmlns:a14="http://schemas.microsoft.com/office/drawing/2010/main"/>
              </a:ext>
            </a:extLst>
          </a:blip>
          <a:srcRect r="-11100"/>
          <a:stretch/>
        </p:blipFill>
        <p:spPr>
          <a:xfrm>
            <a:off x="3" y="0"/>
            <a:ext cx="10160000" cy="6858000"/>
          </a:xfrm>
          <a:prstGeom prst="rect">
            <a:avLst/>
          </a:prstGeom>
          <a:ln w="12700">
            <a:miter lim="400000"/>
          </a:ln>
        </p:spPr>
      </p:pic>
      <p:pic>
        <p:nvPicPr>
          <p:cNvPr id="3" name="Picture 2">
            <a:extLst>
              <a:ext uri="{FF2B5EF4-FFF2-40B4-BE49-F238E27FC236}">
                <a16:creationId xmlns:a16="http://schemas.microsoft.com/office/drawing/2014/main" id="{1E4D435F-0B05-C044-B1B6-1F6CE315665C}"/>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5958423" y="414833"/>
            <a:ext cx="2982383" cy="3578860"/>
          </a:xfrm>
          <a:prstGeom prst="rect">
            <a:avLst/>
          </a:prstGeom>
        </p:spPr>
      </p:pic>
      <p:pic>
        <p:nvPicPr>
          <p:cNvPr id="7" name="Image" descr="Image">
            <a:extLst>
              <a:ext uri="{FF2B5EF4-FFF2-40B4-BE49-F238E27FC236}">
                <a16:creationId xmlns:a16="http://schemas.microsoft.com/office/drawing/2014/main" id="{5F52DF1A-BD0E-464A-9569-E9921612D81A}"/>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088791" y="6040275"/>
            <a:ext cx="787774" cy="522826"/>
          </a:xfrm>
          <a:prstGeom prst="rect">
            <a:avLst/>
          </a:prstGeom>
          <a:ln w="12700">
            <a:miter lim="400000"/>
          </a:ln>
        </p:spPr>
      </p:pic>
    </p:spTree>
    <p:extLst>
      <p:ext uri="{BB962C8B-B14F-4D97-AF65-F5344CB8AC3E}">
        <p14:creationId xmlns:p14="http://schemas.microsoft.com/office/powerpoint/2010/main" val="2379144892"/>
      </p:ext>
    </p:extLst>
  </p:cSld>
  <p:clrMap bg1="lt1" tx1="dk1" bg2="lt2" tx2="dk2" accent1="accent1" accent2="accent2" accent3="accent3" accent4="accent4" accent5="accent5" accent6="accent6" hlink="hlink" folHlink="folHlink"/>
  <p:sldLayoutIdLst>
    <p:sldLayoutId id="2147484151" r:id="rId1"/>
    <p:sldLayoutId id="2147484152" r:id="rId2"/>
    <p:sldLayoutId id="2147484153" r:id="rId3"/>
    <p:sldLayoutId id="2147484154" r:id="rId4"/>
    <p:sldLayoutId id="2147484155" r:id="rId5"/>
    <p:sldLayoutId id="2147484156" r:id="rId6"/>
    <p:sldLayoutId id="2147484157" r:id="rId7"/>
    <p:sldLayoutId id="2147484158" r:id="rId8"/>
    <p:sldLayoutId id="2147484159" r:id="rId9"/>
  </p:sldLayoutIdLst>
  <p:transition spd="med"/>
  <p:hf sldNum="0" hdr="0" ftr="0" dt="0"/>
  <p:txStyles>
    <p:titleStyle>
      <a:lvl1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1pPr>
      <a:lvl2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2pPr>
      <a:lvl3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3pPr>
      <a:lvl4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4pPr>
      <a:lvl5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5pPr>
      <a:lvl6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6pPr>
      <a:lvl7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7pPr>
      <a:lvl8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8pPr>
      <a:lvl9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9pPr>
    </p:titleStyle>
    <p:bodyStyle>
      <a:lvl1pPr marL="238087"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1pPr>
      <a:lvl2pPr marL="476173"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2pPr>
      <a:lvl3pPr marL="714260"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3pPr>
      <a:lvl4pPr marL="952348"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4pPr>
      <a:lvl5pPr marL="1190435"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5pPr>
      <a:lvl6pPr marL="1388840" marR="0" indent="-198406"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6pPr>
      <a:lvl7pPr marL="1626926" marR="0" indent="-198406"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7pPr>
      <a:lvl8pPr marL="1865012" marR="0" indent="-198406"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8pPr>
      <a:lvl9pPr marL="2103101" marR="0" indent="-198406"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9pPr>
    </p:bodyStyle>
    <p:otherStyle>
      <a:lvl1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1pPr>
      <a:lvl2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2pPr>
      <a:lvl3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3pPr>
      <a:lvl4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4pPr>
      <a:lvl5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5pPr>
      <a:lvl6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6pPr>
      <a:lvl7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7pPr>
      <a:lvl8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8pPr>
      <a:lvl9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Background.pdf" descr="Background.pdf">
            <a:extLst>
              <a:ext uri="{FF2B5EF4-FFF2-40B4-BE49-F238E27FC236}">
                <a16:creationId xmlns:a16="http://schemas.microsoft.com/office/drawing/2014/main" id="{CF34F3F3-59DE-3142-BD76-D47458C9FEEB}"/>
              </a:ext>
            </a:extLst>
          </p:cNvPr>
          <p:cNvPicPr>
            <a:picLocks noChangeAspect="1"/>
          </p:cNvPicPr>
          <p:nvPr userDrawn="1"/>
        </p:nvPicPr>
        <p:blipFill rotWithShape="1">
          <a:blip r:embed="rId9"/>
          <a:srcRect l="9991" r="-9991"/>
          <a:stretch/>
        </p:blipFill>
        <p:spPr>
          <a:xfrm>
            <a:off x="1" y="0"/>
            <a:ext cx="10160000" cy="6858000"/>
          </a:xfrm>
          <a:prstGeom prst="rect">
            <a:avLst/>
          </a:prstGeom>
          <a:ln w="12700">
            <a:miter lim="400000"/>
          </a:ln>
        </p:spPr>
      </p:pic>
      <p:pic>
        <p:nvPicPr>
          <p:cNvPr id="6" name="Image" descr="Image">
            <a:extLst>
              <a:ext uri="{FF2B5EF4-FFF2-40B4-BE49-F238E27FC236}">
                <a16:creationId xmlns:a16="http://schemas.microsoft.com/office/drawing/2014/main" id="{A8ECF7E2-0386-AA48-BBD5-390DC21D1662}"/>
              </a:ext>
            </a:extLst>
          </p:cNvPr>
          <p:cNvPicPr>
            <a:picLocks noChangeAspect="1"/>
          </p:cNvPicPr>
          <p:nvPr userDrawn="1"/>
        </p:nvPicPr>
        <p:blipFill>
          <a:blip r:embed="rId10"/>
          <a:stretch>
            <a:fillRect/>
          </a:stretch>
        </p:blipFill>
        <p:spPr>
          <a:xfrm>
            <a:off x="6195034" y="1229161"/>
            <a:ext cx="2511705" cy="1945114"/>
          </a:xfrm>
          <a:prstGeom prst="rect">
            <a:avLst/>
          </a:prstGeom>
          <a:ln w="12700">
            <a:miter lim="400000"/>
          </a:ln>
        </p:spPr>
      </p:pic>
      <p:pic>
        <p:nvPicPr>
          <p:cNvPr id="7" name="Image" descr="Image">
            <a:extLst>
              <a:ext uri="{FF2B5EF4-FFF2-40B4-BE49-F238E27FC236}">
                <a16:creationId xmlns:a16="http://schemas.microsoft.com/office/drawing/2014/main" id="{5F52DF1A-BD0E-464A-9569-E9921612D81A}"/>
              </a:ext>
            </a:extLst>
          </p:cNvPr>
          <p:cNvPicPr>
            <a:picLocks noChangeAspect="1"/>
          </p:cNvPicPr>
          <p:nvPr userDrawn="1"/>
        </p:nvPicPr>
        <p:blipFill>
          <a:blip r:embed="rId11"/>
          <a:stretch>
            <a:fillRect/>
          </a:stretch>
        </p:blipFill>
        <p:spPr>
          <a:xfrm>
            <a:off x="8088791" y="6040275"/>
            <a:ext cx="787774" cy="522826"/>
          </a:xfrm>
          <a:prstGeom prst="rect">
            <a:avLst/>
          </a:prstGeom>
          <a:ln w="12700">
            <a:miter lim="400000"/>
          </a:ln>
        </p:spPr>
      </p:pic>
    </p:spTree>
    <p:extLst>
      <p:ext uri="{BB962C8B-B14F-4D97-AF65-F5344CB8AC3E}">
        <p14:creationId xmlns:p14="http://schemas.microsoft.com/office/powerpoint/2010/main" val="3156778623"/>
      </p:ext>
    </p:extLst>
  </p:cSld>
  <p:clrMap bg1="lt1" tx1="dk1" bg2="lt2" tx2="dk2" accent1="accent1" accent2="accent2" accent3="accent3" accent4="accent4" accent5="accent5" accent6="accent6" hlink="hlink" folHlink="folHlink"/>
  <p:sldLayoutIdLst>
    <p:sldLayoutId id="2147484162" r:id="rId1"/>
    <p:sldLayoutId id="2147484163" r:id="rId2"/>
    <p:sldLayoutId id="2147484164" r:id="rId3"/>
    <p:sldLayoutId id="2147484165" r:id="rId4"/>
    <p:sldLayoutId id="2147484166" r:id="rId5"/>
    <p:sldLayoutId id="2147484167" r:id="rId6"/>
    <p:sldLayoutId id="2147484168" r:id="rId7"/>
  </p:sldLayoutIdLst>
  <p:transition spd="med"/>
  <p:hf sldNum="0" hdr="0" ftr="0" dt="0"/>
  <p:txStyles>
    <p:titleStyle>
      <a:lvl1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1pPr>
      <a:lvl2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2pPr>
      <a:lvl3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3pPr>
      <a:lvl4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4pPr>
      <a:lvl5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5pPr>
      <a:lvl6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6pPr>
      <a:lvl7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7pPr>
      <a:lvl8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8pPr>
      <a:lvl9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9pPr>
    </p:titleStyle>
    <p:bodyStyle>
      <a:lvl1pPr marL="214313" marR="0" indent="-214313" algn="l" defTabSz="278607" rtl="0" latinLnBrk="0">
        <a:lnSpc>
          <a:spcPct val="100000"/>
        </a:lnSpc>
        <a:spcBef>
          <a:spcPts val="1992"/>
        </a:spcBef>
        <a:spcAft>
          <a:spcPts val="0"/>
        </a:spcAft>
        <a:buClrTx/>
        <a:buSzPct val="125000"/>
        <a:buFontTx/>
        <a:buChar char="•"/>
        <a:tabLst/>
        <a:defRPr sz="1350" b="0" i="0" u="none" strike="noStrike" cap="none" spc="0" baseline="0">
          <a:solidFill>
            <a:srgbClr val="000000"/>
          </a:solidFill>
          <a:uFillTx/>
          <a:latin typeface="Open Sans Regular"/>
          <a:ea typeface="Open Sans Regular"/>
          <a:cs typeface="Open Sans Regular"/>
          <a:sym typeface="Open Sans Regular"/>
        </a:defRPr>
      </a:lvl1pPr>
      <a:lvl2pPr marL="428625" marR="0" indent="-214313" algn="l" defTabSz="278607" rtl="0" latinLnBrk="0">
        <a:lnSpc>
          <a:spcPct val="100000"/>
        </a:lnSpc>
        <a:spcBef>
          <a:spcPts val="1992"/>
        </a:spcBef>
        <a:spcAft>
          <a:spcPts val="0"/>
        </a:spcAft>
        <a:buClrTx/>
        <a:buSzPct val="125000"/>
        <a:buFontTx/>
        <a:buChar char="•"/>
        <a:tabLst/>
        <a:defRPr sz="1350" b="0" i="0" u="none" strike="noStrike" cap="none" spc="0" baseline="0">
          <a:solidFill>
            <a:srgbClr val="000000"/>
          </a:solidFill>
          <a:uFillTx/>
          <a:latin typeface="Open Sans Regular"/>
          <a:ea typeface="Open Sans Regular"/>
          <a:cs typeface="Open Sans Regular"/>
          <a:sym typeface="Open Sans Regular"/>
        </a:defRPr>
      </a:lvl2pPr>
      <a:lvl3pPr marL="642938" marR="0" indent="-214313" algn="l" defTabSz="278607" rtl="0" latinLnBrk="0">
        <a:lnSpc>
          <a:spcPct val="100000"/>
        </a:lnSpc>
        <a:spcBef>
          <a:spcPts val="1992"/>
        </a:spcBef>
        <a:spcAft>
          <a:spcPts val="0"/>
        </a:spcAft>
        <a:buClrTx/>
        <a:buSzPct val="125000"/>
        <a:buFontTx/>
        <a:buChar char="•"/>
        <a:tabLst/>
        <a:defRPr sz="1350" b="0" i="0" u="none" strike="noStrike" cap="none" spc="0" baseline="0">
          <a:solidFill>
            <a:srgbClr val="000000"/>
          </a:solidFill>
          <a:uFillTx/>
          <a:latin typeface="Open Sans Regular"/>
          <a:ea typeface="Open Sans Regular"/>
          <a:cs typeface="Open Sans Regular"/>
          <a:sym typeface="Open Sans Regular"/>
        </a:defRPr>
      </a:lvl3pPr>
      <a:lvl4pPr marL="857250" marR="0" indent="-214313" algn="l" defTabSz="278607" rtl="0" latinLnBrk="0">
        <a:lnSpc>
          <a:spcPct val="100000"/>
        </a:lnSpc>
        <a:spcBef>
          <a:spcPts val="1992"/>
        </a:spcBef>
        <a:spcAft>
          <a:spcPts val="0"/>
        </a:spcAft>
        <a:buClrTx/>
        <a:buSzPct val="125000"/>
        <a:buFontTx/>
        <a:buChar char="•"/>
        <a:tabLst/>
        <a:defRPr sz="1350" b="0" i="0" u="none" strike="noStrike" cap="none" spc="0" baseline="0">
          <a:solidFill>
            <a:srgbClr val="000000"/>
          </a:solidFill>
          <a:uFillTx/>
          <a:latin typeface="Open Sans Regular"/>
          <a:ea typeface="Open Sans Regular"/>
          <a:cs typeface="Open Sans Regular"/>
          <a:sym typeface="Open Sans Regular"/>
        </a:defRPr>
      </a:lvl4pPr>
      <a:lvl5pPr marL="1071563" marR="0" indent="-214313" algn="l" defTabSz="278607" rtl="0" latinLnBrk="0">
        <a:lnSpc>
          <a:spcPct val="100000"/>
        </a:lnSpc>
        <a:spcBef>
          <a:spcPts val="1992"/>
        </a:spcBef>
        <a:spcAft>
          <a:spcPts val="0"/>
        </a:spcAft>
        <a:buClrTx/>
        <a:buSzPct val="125000"/>
        <a:buFontTx/>
        <a:buChar char="•"/>
        <a:tabLst/>
        <a:defRPr sz="1350" b="0" i="0" u="none" strike="noStrike" cap="none" spc="0" baseline="0">
          <a:solidFill>
            <a:srgbClr val="000000"/>
          </a:solidFill>
          <a:uFillTx/>
          <a:latin typeface="Open Sans Regular"/>
          <a:ea typeface="Open Sans Regular"/>
          <a:cs typeface="Open Sans Regular"/>
          <a:sym typeface="Open Sans Regular"/>
        </a:defRPr>
      </a:lvl5pPr>
      <a:lvl6pPr marL="1250156" marR="0" indent="-178593" algn="l" defTabSz="278607" rtl="0" latinLnBrk="0">
        <a:lnSpc>
          <a:spcPct val="100000"/>
        </a:lnSpc>
        <a:spcBef>
          <a:spcPts val="1992"/>
        </a:spcBef>
        <a:spcAft>
          <a:spcPts val="0"/>
        </a:spcAft>
        <a:buClrTx/>
        <a:buSzPct val="125000"/>
        <a:buFontTx/>
        <a:buChar char="•"/>
        <a:tabLst/>
        <a:defRPr sz="1350" b="0" i="0" u="none" strike="noStrike" cap="none" spc="0" baseline="0">
          <a:solidFill>
            <a:srgbClr val="000000"/>
          </a:solidFill>
          <a:uFillTx/>
          <a:latin typeface="Open Sans Regular"/>
          <a:ea typeface="Open Sans Regular"/>
          <a:cs typeface="Open Sans Regular"/>
          <a:sym typeface="Open Sans Regular"/>
        </a:defRPr>
      </a:lvl6pPr>
      <a:lvl7pPr marL="1464468" marR="0" indent="-178593" algn="l" defTabSz="278607" rtl="0" latinLnBrk="0">
        <a:lnSpc>
          <a:spcPct val="100000"/>
        </a:lnSpc>
        <a:spcBef>
          <a:spcPts val="1992"/>
        </a:spcBef>
        <a:spcAft>
          <a:spcPts val="0"/>
        </a:spcAft>
        <a:buClrTx/>
        <a:buSzPct val="125000"/>
        <a:buFontTx/>
        <a:buChar char="•"/>
        <a:tabLst/>
        <a:defRPr sz="1350" b="0" i="0" u="none" strike="noStrike" cap="none" spc="0" baseline="0">
          <a:solidFill>
            <a:srgbClr val="000000"/>
          </a:solidFill>
          <a:uFillTx/>
          <a:latin typeface="Open Sans Regular"/>
          <a:ea typeface="Open Sans Regular"/>
          <a:cs typeface="Open Sans Regular"/>
          <a:sym typeface="Open Sans Regular"/>
        </a:defRPr>
      </a:lvl7pPr>
      <a:lvl8pPr marL="1678781" marR="0" indent="-178593" algn="l" defTabSz="278607" rtl="0" latinLnBrk="0">
        <a:lnSpc>
          <a:spcPct val="100000"/>
        </a:lnSpc>
        <a:spcBef>
          <a:spcPts val="1992"/>
        </a:spcBef>
        <a:spcAft>
          <a:spcPts val="0"/>
        </a:spcAft>
        <a:buClrTx/>
        <a:buSzPct val="125000"/>
        <a:buFontTx/>
        <a:buChar char="•"/>
        <a:tabLst/>
        <a:defRPr sz="1350" b="0" i="0" u="none" strike="noStrike" cap="none" spc="0" baseline="0">
          <a:solidFill>
            <a:srgbClr val="000000"/>
          </a:solidFill>
          <a:uFillTx/>
          <a:latin typeface="Open Sans Regular"/>
          <a:ea typeface="Open Sans Regular"/>
          <a:cs typeface="Open Sans Regular"/>
          <a:sym typeface="Open Sans Regular"/>
        </a:defRPr>
      </a:lvl8pPr>
      <a:lvl9pPr marL="1893093" marR="0" indent="-178593" algn="l" defTabSz="278607" rtl="0" latinLnBrk="0">
        <a:lnSpc>
          <a:spcPct val="100000"/>
        </a:lnSpc>
        <a:spcBef>
          <a:spcPts val="1992"/>
        </a:spcBef>
        <a:spcAft>
          <a:spcPts val="0"/>
        </a:spcAft>
        <a:buClrTx/>
        <a:buSzPct val="125000"/>
        <a:buFontTx/>
        <a:buChar char="•"/>
        <a:tabLst/>
        <a:defRPr sz="1350" b="0" i="0" u="none" strike="noStrike" cap="none" spc="0" baseline="0">
          <a:solidFill>
            <a:srgbClr val="000000"/>
          </a:solidFill>
          <a:uFillTx/>
          <a:latin typeface="Open Sans Regular"/>
          <a:ea typeface="Open Sans Regular"/>
          <a:cs typeface="Open Sans Regular"/>
          <a:sym typeface="Open Sans Regular"/>
        </a:defRPr>
      </a:lvl9pPr>
    </p:bodyStyle>
    <p:otherStyle>
      <a:lvl1pPr marL="0" marR="0" indent="0" algn="r" defTabSz="278607" rtl="0" latinLnBrk="0">
        <a:lnSpc>
          <a:spcPct val="100000"/>
        </a:lnSpc>
        <a:spcBef>
          <a:spcPts val="0"/>
        </a:spcBef>
        <a:spcAft>
          <a:spcPts val="0"/>
        </a:spcAft>
        <a:buClrTx/>
        <a:buSzTx/>
        <a:buFontTx/>
        <a:buNone/>
        <a:tabLst/>
        <a:defRPr sz="405" b="1" i="0" u="none" strike="noStrike" cap="none" spc="0" baseline="0">
          <a:solidFill>
            <a:schemeClr val="tx1"/>
          </a:solidFill>
          <a:uFillTx/>
          <a:latin typeface="+mn-lt"/>
          <a:ea typeface="+mn-ea"/>
          <a:cs typeface="+mn-cs"/>
          <a:sym typeface="Helvetica Neue"/>
        </a:defRPr>
      </a:lvl1pPr>
      <a:lvl2pPr marL="0" marR="0" indent="0" algn="r" defTabSz="278607" rtl="0" latinLnBrk="0">
        <a:lnSpc>
          <a:spcPct val="100000"/>
        </a:lnSpc>
        <a:spcBef>
          <a:spcPts val="0"/>
        </a:spcBef>
        <a:spcAft>
          <a:spcPts val="0"/>
        </a:spcAft>
        <a:buClrTx/>
        <a:buSzTx/>
        <a:buFontTx/>
        <a:buNone/>
        <a:tabLst/>
        <a:defRPr sz="405" b="1" i="0" u="none" strike="noStrike" cap="none" spc="0" baseline="0">
          <a:solidFill>
            <a:schemeClr val="tx1"/>
          </a:solidFill>
          <a:uFillTx/>
          <a:latin typeface="+mn-lt"/>
          <a:ea typeface="+mn-ea"/>
          <a:cs typeface="+mn-cs"/>
          <a:sym typeface="Helvetica Neue"/>
        </a:defRPr>
      </a:lvl2pPr>
      <a:lvl3pPr marL="0" marR="0" indent="0" algn="r" defTabSz="278607" rtl="0" latinLnBrk="0">
        <a:lnSpc>
          <a:spcPct val="100000"/>
        </a:lnSpc>
        <a:spcBef>
          <a:spcPts val="0"/>
        </a:spcBef>
        <a:spcAft>
          <a:spcPts val="0"/>
        </a:spcAft>
        <a:buClrTx/>
        <a:buSzTx/>
        <a:buFontTx/>
        <a:buNone/>
        <a:tabLst/>
        <a:defRPr sz="405" b="1" i="0" u="none" strike="noStrike" cap="none" spc="0" baseline="0">
          <a:solidFill>
            <a:schemeClr val="tx1"/>
          </a:solidFill>
          <a:uFillTx/>
          <a:latin typeface="+mn-lt"/>
          <a:ea typeface="+mn-ea"/>
          <a:cs typeface="+mn-cs"/>
          <a:sym typeface="Helvetica Neue"/>
        </a:defRPr>
      </a:lvl3pPr>
      <a:lvl4pPr marL="0" marR="0" indent="0" algn="r" defTabSz="278607" rtl="0" latinLnBrk="0">
        <a:lnSpc>
          <a:spcPct val="100000"/>
        </a:lnSpc>
        <a:spcBef>
          <a:spcPts val="0"/>
        </a:spcBef>
        <a:spcAft>
          <a:spcPts val="0"/>
        </a:spcAft>
        <a:buClrTx/>
        <a:buSzTx/>
        <a:buFontTx/>
        <a:buNone/>
        <a:tabLst/>
        <a:defRPr sz="405" b="1" i="0" u="none" strike="noStrike" cap="none" spc="0" baseline="0">
          <a:solidFill>
            <a:schemeClr val="tx1"/>
          </a:solidFill>
          <a:uFillTx/>
          <a:latin typeface="+mn-lt"/>
          <a:ea typeface="+mn-ea"/>
          <a:cs typeface="+mn-cs"/>
          <a:sym typeface="Helvetica Neue"/>
        </a:defRPr>
      </a:lvl4pPr>
      <a:lvl5pPr marL="0" marR="0" indent="0" algn="r" defTabSz="278607" rtl="0" latinLnBrk="0">
        <a:lnSpc>
          <a:spcPct val="100000"/>
        </a:lnSpc>
        <a:spcBef>
          <a:spcPts val="0"/>
        </a:spcBef>
        <a:spcAft>
          <a:spcPts val="0"/>
        </a:spcAft>
        <a:buClrTx/>
        <a:buSzTx/>
        <a:buFontTx/>
        <a:buNone/>
        <a:tabLst/>
        <a:defRPr sz="405" b="1" i="0" u="none" strike="noStrike" cap="none" spc="0" baseline="0">
          <a:solidFill>
            <a:schemeClr val="tx1"/>
          </a:solidFill>
          <a:uFillTx/>
          <a:latin typeface="+mn-lt"/>
          <a:ea typeface="+mn-ea"/>
          <a:cs typeface="+mn-cs"/>
          <a:sym typeface="Helvetica Neue"/>
        </a:defRPr>
      </a:lvl5pPr>
      <a:lvl6pPr marL="0" marR="0" indent="0" algn="r" defTabSz="278607" rtl="0" latinLnBrk="0">
        <a:lnSpc>
          <a:spcPct val="100000"/>
        </a:lnSpc>
        <a:spcBef>
          <a:spcPts val="0"/>
        </a:spcBef>
        <a:spcAft>
          <a:spcPts val="0"/>
        </a:spcAft>
        <a:buClrTx/>
        <a:buSzTx/>
        <a:buFontTx/>
        <a:buNone/>
        <a:tabLst/>
        <a:defRPr sz="405" b="1" i="0" u="none" strike="noStrike" cap="none" spc="0" baseline="0">
          <a:solidFill>
            <a:schemeClr val="tx1"/>
          </a:solidFill>
          <a:uFillTx/>
          <a:latin typeface="+mn-lt"/>
          <a:ea typeface="+mn-ea"/>
          <a:cs typeface="+mn-cs"/>
          <a:sym typeface="Helvetica Neue"/>
        </a:defRPr>
      </a:lvl6pPr>
      <a:lvl7pPr marL="0" marR="0" indent="0" algn="r" defTabSz="278607" rtl="0" latinLnBrk="0">
        <a:lnSpc>
          <a:spcPct val="100000"/>
        </a:lnSpc>
        <a:spcBef>
          <a:spcPts val="0"/>
        </a:spcBef>
        <a:spcAft>
          <a:spcPts val="0"/>
        </a:spcAft>
        <a:buClrTx/>
        <a:buSzTx/>
        <a:buFontTx/>
        <a:buNone/>
        <a:tabLst/>
        <a:defRPr sz="405" b="1" i="0" u="none" strike="noStrike" cap="none" spc="0" baseline="0">
          <a:solidFill>
            <a:schemeClr val="tx1"/>
          </a:solidFill>
          <a:uFillTx/>
          <a:latin typeface="+mn-lt"/>
          <a:ea typeface="+mn-ea"/>
          <a:cs typeface="+mn-cs"/>
          <a:sym typeface="Helvetica Neue"/>
        </a:defRPr>
      </a:lvl7pPr>
      <a:lvl8pPr marL="0" marR="0" indent="0" algn="r" defTabSz="278607" rtl="0" latinLnBrk="0">
        <a:lnSpc>
          <a:spcPct val="100000"/>
        </a:lnSpc>
        <a:spcBef>
          <a:spcPts val="0"/>
        </a:spcBef>
        <a:spcAft>
          <a:spcPts val="0"/>
        </a:spcAft>
        <a:buClrTx/>
        <a:buSzTx/>
        <a:buFontTx/>
        <a:buNone/>
        <a:tabLst/>
        <a:defRPr sz="405" b="1" i="0" u="none" strike="noStrike" cap="none" spc="0" baseline="0">
          <a:solidFill>
            <a:schemeClr val="tx1"/>
          </a:solidFill>
          <a:uFillTx/>
          <a:latin typeface="+mn-lt"/>
          <a:ea typeface="+mn-ea"/>
          <a:cs typeface="+mn-cs"/>
          <a:sym typeface="Helvetica Neue"/>
        </a:defRPr>
      </a:lvl8pPr>
      <a:lvl9pPr marL="0" marR="0" indent="0" algn="r" defTabSz="278607" rtl="0" latinLnBrk="0">
        <a:lnSpc>
          <a:spcPct val="100000"/>
        </a:lnSpc>
        <a:spcBef>
          <a:spcPts val="0"/>
        </a:spcBef>
        <a:spcAft>
          <a:spcPts val="0"/>
        </a:spcAft>
        <a:buClrTx/>
        <a:buSzTx/>
        <a:buFontTx/>
        <a:buNone/>
        <a:tabLst/>
        <a:defRPr sz="405" b="1" i="0" u="none" strike="noStrike" cap="none" spc="0" baseline="0">
          <a:solidFill>
            <a:schemeClr val="tx1"/>
          </a:solidFill>
          <a:uFillTx/>
          <a:latin typeface="+mn-lt"/>
          <a:ea typeface="+mn-ea"/>
          <a:cs typeface="+mn-cs"/>
          <a:sym typeface="Helvetica Neue"/>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5"/>
            </p:custDataLst>
            <p:extLst>
              <p:ext uri="{D42A27DB-BD31-4B8C-83A1-F6EECF244321}">
                <p14:modId xmlns:p14="http://schemas.microsoft.com/office/powerpoint/2010/main" val="82119978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6" imgW="360" imgH="360" progId="">
                  <p:embed/>
                </p:oleObj>
              </mc:Choice>
              <mc:Fallback>
                <p:oleObj name="think-cell Slide" r:id="rId16" imgW="360" imgH="360" progId="">
                  <p:embed/>
                  <p:pic>
                    <p:nvPicPr>
                      <p:cNvPr id="7" name="Object 6" hidden="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7134078" y="6566847"/>
            <a:ext cx="2057400" cy="365125"/>
          </a:xfrm>
          <a:prstGeom prst="rect">
            <a:avLst/>
          </a:prstGeom>
        </p:spPr>
        <p:txBody>
          <a:bodyPr vert="horz" lIns="91440" tIns="45720" rIns="91440" bIns="45720" rtlCol="0" anchor="ctr"/>
          <a:lstStyle>
            <a:lvl1pPr algn="r">
              <a:defRPr sz="1200">
                <a:solidFill>
                  <a:srgbClr val="000000"/>
                </a:solidFill>
                <a:latin typeface="Arial"/>
                <a:cs typeface="Arial"/>
              </a:defRPr>
            </a:lvl1pPr>
          </a:lstStyle>
          <a:p>
            <a:fld id="{863EA886-2118-47FF-88DF-A0FA3CAECD87}" type="slidenum">
              <a:rPr lang="en-US" smtClean="0"/>
              <a:pPr/>
              <a:t>‹#›</a:t>
            </a:fld>
            <a:endParaRPr lang="en-US" dirty="0"/>
          </a:p>
        </p:txBody>
      </p:sp>
    </p:spTree>
    <p:extLst>
      <p:ext uri="{BB962C8B-B14F-4D97-AF65-F5344CB8AC3E}">
        <p14:creationId xmlns:p14="http://schemas.microsoft.com/office/powerpoint/2010/main" val="4116793196"/>
      </p:ext>
    </p:extLst>
  </p:cSld>
  <p:clrMap bg1="lt1" tx1="dk1" bg2="lt2" tx2="dk2" accent1="accent1" accent2="accent2" accent3="accent3" accent4="accent4" accent5="accent5" accent6="accent6" hlink="hlink" folHlink="folHlink"/>
  <p:sldLayoutIdLst>
    <p:sldLayoutId id="2147484209" r:id="rId1"/>
    <p:sldLayoutId id="2147484210" r:id="rId2"/>
    <p:sldLayoutId id="2147484211" r:id="rId3"/>
    <p:sldLayoutId id="2147484212" r:id="rId4"/>
    <p:sldLayoutId id="2147484213" r:id="rId5"/>
    <p:sldLayoutId id="2147484214" r:id="rId6"/>
    <p:sldLayoutId id="2147484215" r:id="rId7"/>
    <p:sldLayoutId id="2147484216" r:id="rId8"/>
    <p:sldLayoutId id="2147484217" r:id="rId9"/>
    <p:sldLayoutId id="2147484218" r:id="rId10"/>
    <p:sldLayoutId id="2147484219" r:id="rId11"/>
    <p:sldLayoutId id="2147484220" r:id="rId12"/>
    <p:sldLayoutId id="214748422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Background.pdf" descr="Background.pdf">
            <a:extLst>
              <a:ext uri="{FF2B5EF4-FFF2-40B4-BE49-F238E27FC236}">
                <a16:creationId xmlns:a16="http://schemas.microsoft.com/office/drawing/2014/main" id="{CF34F3F3-59DE-3142-BD76-D47458C9FEEB}"/>
              </a:ext>
            </a:extLst>
          </p:cNvPr>
          <p:cNvPicPr>
            <a:picLocks noChangeAspect="1"/>
          </p:cNvPicPr>
          <p:nvPr userDrawn="1"/>
        </p:nvPicPr>
        <p:blipFill rotWithShape="1">
          <a:blip r:embed="rId12" cstate="email">
            <a:extLst>
              <a:ext uri="{28A0092B-C50C-407E-A947-70E740481C1C}">
                <a14:useLocalDpi xmlns:a14="http://schemas.microsoft.com/office/drawing/2010/main"/>
              </a:ext>
            </a:extLst>
          </a:blip>
          <a:srcRect r="-11100"/>
          <a:stretch/>
        </p:blipFill>
        <p:spPr>
          <a:xfrm>
            <a:off x="3" y="0"/>
            <a:ext cx="10160000" cy="6858000"/>
          </a:xfrm>
          <a:prstGeom prst="rect">
            <a:avLst/>
          </a:prstGeom>
          <a:ln w="12700">
            <a:miter lim="400000"/>
          </a:ln>
        </p:spPr>
      </p:pic>
      <p:pic>
        <p:nvPicPr>
          <p:cNvPr id="3" name="Picture 2">
            <a:extLst>
              <a:ext uri="{FF2B5EF4-FFF2-40B4-BE49-F238E27FC236}">
                <a16:creationId xmlns:a16="http://schemas.microsoft.com/office/drawing/2014/main" id="{1E4D435F-0B05-C044-B1B6-1F6CE315665C}"/>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5958423" y="414833"/>
            <a:ext cx="2982383" cy="3578860"/>
          </a:xfrm>
          <a:prstGeom prst="rect">
            <a:avLst/>
          </a:prstGeom>
        </p:spPr>
      </p:pic>
      <p:pic>
        <p:nvPicPr>
          <p:cNvPr id="7" name="Image" descr="Image">
            <a:extLst>
              <a:ext uri="{FF2B5EF4-FFF2-40B4-BE49-F238E27FC236}">
                <a16:creationId xmlns:a16="http://schemas.microsoft.com/office/drawing/2014/main" id="{5F52DF1A-BD0E-464A-9569-E9921612D81A}"/>
              </a:ext>
            </a:extLst>
          </p:cNvPr>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8088791" y="6040275"/>
            <a:ext cx="787774" cy="522826"/>
          </a:xfrm>
          <a:prstGeom prst="rect">
            <a:avLst/>
          </a:prstGeom>
          <a:ln w="12700">
            <a:miter lim="400000"/>
          </a:ln>
        </p:spPr>
      </p:pic>
    </p:spTree>
    <p:extLst>
      <p:ext uri="{BB962C8B-B14F-4D97-AF65-F5344CB8AC3E}">
        <p14:creationId xmlns:p14="http://schemas.microsoft.com/office/powerpoint/2010/main" val="2384038446"/>
      </p:ext>
    </p:extLst>
  </p:cSld>
  <p:clrMap bg1="lt1" tx1="dk1" bg2="lt2" tx2="dk2" accent1="accent1" accent2="accent2" accent3="accent3" accent4="accent4" accent5="accent5" accent6="accent6" hlink="hlink" folHlink="folHlink"/>
  <p:sldLayoutIdLst>
    <p:sldLayoutId id="2147484224" r:id="rId1"/>
    <p:sldLayoutId id="2147484225" r:id="rId2"/>
    <p:sldLayoutId id="2147484226" r:id="rId3"/>
    <p:sldLayoutId id="2147484227" r:id="rId4"/>
    <p:sldLayoutId id="2147484228" r:id="rId5"/>
    <p:sldLayoutId id="2147484229" r:id="rId6"/>
    <p:sldLayoutId id="2147484230" r:id="rId7"/>
    <p:sldLayoutId id="2147484231" r:id="rId8"/>
    <p:sldLayoutId id="2147484232" r:id="rId9"/>
    <p:sldLayoutId id="2147484234" r:id="rId10"/>
  </p:sldLayoutIdLst>
  <p:transition spd="med"/>
  <p:hf sldNum="0" hdr="0" ftr="0" dt="0"/>
  <p:txStyles>
    <p:titleStyle>
      <a:lvl1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1pPr>
      <a:lvl2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2pPr>
      <a:lvl3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3pPr>
      <a:lvl4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4pPr>
      <a:lvl5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5pPr>
      <a:lvl6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6pPr>
      <a:lvl7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7pPr>
      <a:lvl8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8pPr>
      <a:lvl9pPr marL="0" marR="0" indent="0" algn="l" defTabSz="309515"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9pPr>
    </p:titleStyle>
    <p:bodyStyle>
      <a:lvl1pPr marL="238087"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1pPr>
      <a:lvl2pPr marL="476173"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2pPr>
      <a:lvl3pPr marL="714260"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3pPr>
      <a:lvl4pPr marL="952348"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4pPr>
      <a:lvl5pPr marL="1190435" marR="0" indent="-238087"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5pPr>
      <a:lvl6pPr marL="1388840" marR="0" indent="-198406"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6pPr>
      <a:lvl7pPr marL="1626926" marR="0" indent="-198406"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7pPr>
      <a:lvl8pPr marL="1865012" marR="0" indent="-198406"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8pPr>
      <a:lvl9pPr marL="2103101" marR="0" indent="-198406" algn="l" defTabSz="30951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9pPr>
    </p:bodyStyle>
    <p:otherStyle>
      <a:lvl1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1pPr>
      <a:lvl2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2pPr>
      <a:lvl3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3pPr>
      <a:lvl4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4pPr>
      <a:lvl5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5pPr>
      <a:lvl6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6pPr>
      <a:lvl7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7pPr>
      <a:lvl8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8pPr>
      <a:lvl9pPr marL="0" marR="0" indent="0" algn="r" defTabSz="309515"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Background.pdf" descr="Background.pdf">
            <a:extLst>
              <a:ext uri="{FF2B5EF4-FFF2-40B4-BE49-F238E27FC236}">
                <a16:creationId xmlns:a16="http://schemas.microsoft.com/office/drawing/2014/main" id="{CF34F3F3-59DE-3142-BD76-D47458C9FEEB}"/>
              </a:ext>
            </a:extLst>
          </p:cNvPr>
          <p:cNvPicPr>
            <a:picLocks noChangeAspect="1"/>
          </p:cNvPicPr>
          <p:nvPr userDrawn="1"/>
        </p:nvPicPr>
        <p:blipFill rotWithShape="1">
          <a:blip r:embed="rId9"/>
          <a:srcRect l="9991" r="-9991"/>
          <a:stretch/>
        </p:blipFill>
        <p:spPr>
          <a:xfrm>
            <a:off x="-2567" y="0"/>
            <a:ext cx="10160000" cy="6858000"/>
          </a:xfrm>
          <a:prstGeom prst="rect">
            <a:avLst/>
          </a:prstGeom>
          <a:ln w="12700">
            <a:miter lim="400000"/>
          </a:ln>
        </p:spPr>
      </p:pic>
      <p:pic>
        <p:nvPicPr>
          <p:cNvPr id="7" name="Image" descr="Image">
            <a:extLst>
              <a:ext uri="{FF2B5EF4-FFF2-40B4-BE49-F238E27FC236}">
                <a16:creationId xmlns:a16="http://schemas.microsoft.com/office/drawing/2014/main" id="{5F52DF1A-BD0E-464A-9569-E9921612D81A}"/>
              </a:ext>
            </a:extLst>
          </p:cNvPr>
          <p:cNvPicPr>
            <a:picLocks noChangeAspect="1"/>
          </p:cNvPicPr>
          <p:nvPr userDrawn="1"/>
        </p:nvPicPr>
        <p:blipFill>
          <a:blip r:embed="rId10"/>
          <a:stretch>
            <a:fillRect/>
          </a:stretch>
        </p:blipFill>
        <p:spPr>
          <a:xfrm>
            <a:off x="8088791" y="6040275"/>
            <a:ext cx="787774" cy="522826"/>
          </a:xfrm>
          <a:prstGeom prst="rect">
            <a:avLst/>
          </a:prstGeom>
          <a:ln w="12700">
            <a:miter lim="400000"/>
          </a:ln>
        </p:spPr>
      </p:pic>
      <p:pic>
        <p:nvPicPr>
          <p:cNvPr id="8" name="Picture 7">
            <a:extLst>
              <a:ext uri="{FF2B5EF4-FFF2-40B4-BE49-F238E27FC236}">
                <a16:creationId xmlns:a16="http://schemas.microsoft.com/office/drawing/2014/main" id="{DB3D6476-E3B2-874F-8187-13B469D1D901}"/>
              </a:ext>
            </a:extLst>
          </p:cNvPr>
          <p:cNvPicPr>
            <a:picLocks noChangeAspect="1"/>
          </p:cNvPicPr>
          <p:nvPr userDrawn="1"/>
        </p:nvPicPr>
        <p:blipFill>
          <a:blip r:embed="rId11"/>
          <a:stretch>
            <a:fillRect/>
          </a:stretch>
        </p:blipFill>
        <p:spPr>
          <a:xfrm>
            <a:off x="6195033" y="1229162"/>
            <a:ext cx="2511705" cy="1946572"/>
          </a:xfrm>
          <a:prstGeom prst="rect">
            <a:avLst/>
          </a:prstGeom>
        </p:spPr>
      </p:pic>
    </p:spTree>
    <p:extLst>
      <p:ext uri="{BB962C8B-B14F-4D97-AF65-F5344CB8AC3E}">
        <p14:creationId xmlns:p14="http://schemas.microsoft.com/office/powerpoint/2010/main" val="2819191209"/>
      </p:ext>
    </p:extLst>
  </p:cSld>
  <p:clrMap bg1="lt1" tx1="dk1" bg2="lt2" tx2="dk2" accent1="accent1" accent2="accent2" accent3="accent3" accent4="accent4" accent5="accent5" accent6="accent6" hlink="hlink" folHlink="folHlink"/>
  <p:sldLayoutIdLst>
    <p:sldLayoutId id="2147484236" r:id="rId1"/>
    <p:sldLayoutId id="2147484237" r:id="rId2"/>
    <p:sldLayoutId id="2147484238" r:id="rId3"/>
    <p:sldLayoutId id="2147484239" r:id="rId4"/>
    <p:sldLayoutId id="2147484240" r:id="rId5"/>
    <p:sldLayoutId id="2147484241" r:id="rId6"/>
    <p:sldLayoutId id="2147484242" r:id="rId7"/>
  </p:sldLayoutIdLst>
  <p:transition spd="med"/>
  <p:hf hdr="0" ftr="0" dt="0"/>
  <p:txStyles>
    <p:titleStyle>
      <a:lvl1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1pPr>
      <a:lvl2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2pPr>
      <a:lvl3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3pPr>
      <a:lvl4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4pPr>
      <a:lvl5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5pPr>
      <a:lvl6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6pPr>
      <a:lvl7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7pPr>
      <a:lvl8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8pPr>
      <a:lvl9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9pPr>
    </p:titleStyle>
    <p:bodyStyle>
      <a:lvl1pPr marL="238125" marR="0" indent="-238125"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1pPr>
      <a:lvl2pPr marL="476250" marR="0" indent="-238125"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2pPr>
      <a:lvl3pPr marL="714375" marR="0" indent="-238125"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3pPr>
      <a:lvl4pPr marL="952500" marR="0" indent="-238125"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4pPr>
      <a:lvl5pPr marL="1190625" marR="0" indent="-238125"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5pPr>
      <a:lvl6pPr marL="1389062" marR="0" indent="-198437"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6pPr>
      <a:lvl7pPr marL="1627187" marR="0" indent="-198437"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7pPr>
      <a:lvl8pPr marL="1865312" marR="0" indent="-198437"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8pPr>
      <a:lvl9pPr marL="2103437" marR="0" indent="-198437" algn="l" defTabSz="309563"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9pPr>
    </p:bodyStyle>
    <p:otherStyle>
      <a:lvl1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1pPr>
      <a:lvl2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2pPr>
      <a:lvl3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3pPr>
      <a:lvl4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4pPr>
      <a:lvl5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5pPr>
      <a:lvl6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6pPr>
      <a:lvl7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7pPr>
      <a:lvl8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8pPr>
      <a:lvl9pPr marL="0" marR="0" indent="0" algn="r" defTabSz="309563" rtl="0" latinLnBrk="0">
        <a:lnSpc>
          <a:spcPct val="100000"/>
        </a:lnSpc>
        <a:spcBef>
          <a:spcPts val="0"/>
        </a:spcBef>
        <a:spcAft>
          <a:spcPts val="0"/>
        </a:spcAft>
        <a:buClrTx/>
        <a:buSzTx/>
        <a:buFontTx/>
        <a:buNone/>
        <a:tabLst/>
        <a:defRPr sz="450" b="1"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35.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38_E3CB1A90.xml"/><Relationship Id="rId2" Type="http://schemas.openxmlformats.org/officeDocument/2006/relationships/notesSlide" Target="../notesSlides/notesSlide2.xml"/><Relationship Id="rId1" Type="http://schemas.openxmlformats.org/officeDocument/2006/relationships/slideLayout" Target="../slideLayouts/slideLayout69.xml"/><Relationship Id="rId5" Type="http://schemas.openxmlformats.org/officeDocument/2006/relationships/image" Target="../media/image36.emf"/><Relationship Id="rId4" Type="http://schemas.openxmlformats.org/officeDocument/2006/relationships/image" Target="../media/image34.png"/></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69.xml"/><Relationship Id="rId4" Type="http://schemas.openxmlformats.org/officeDocument/2006/relationships/image" Target="../media/image37.emf"/></Relationships>
</file>

<file path=ppt/slides/_rels/slide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69.xml"/><Relationship Id="rId4" Type="http://schemas.openxmlformats.org/officeDocument/2006/relationships/image" Target="../media/image38.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1.xml"/></Relationships>
</file>

<file path=ppt/slides/_rels/slide7.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customXml" Target="../ink/ink1.xml"/><Relationship Id="rId1" Type="http://schemas.openxmlformats.org/officeDocument/2006/relationships/slideLayout" Target="../slideLayouts/slideLayout71.xml"/><Relationship Id="rId4" Type="http://schemas.openxmlformats.org/officeDocument/2006/relationships/image" Target="../media/image39.emf"/></Relationships>
</file>

<file path=ppt/slides/_rels/slide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7.xml"/></Relationships>
</file>

<file path=ppt/slides/_rels/slide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7.xml"/></Relationships>
</file>

<file path=ppt/slides/_rels/slide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7.xml"/></Relationships>
</file>

<file path=ppt/slides/_rels/slide11.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png"/><Relationship Id="rId1" Type="http://schemas.openxmlformats.org/officeDocument/2006/relationships/slideLayout" Target="../slideLayouts/slideLayout57.xml"/></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emf"/><Relationship Id="rId1" Type="http://schemas.openxmlformats.org/officeDocument/2006/relationships/slideLayout" Target="../slideLayouts/slideLayout57.xml"/><Relationship Id="rId4" Type="http://schemas.openxmlformats.org/officeDocument/2006/relationships/image" Target="../media/image47.emf"/></Relationships>
</file>

<file path=ppt/slides/_rels/slide1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7.xml"/></Relationships>
</file>

<file path=ppt/slides/_rels/slide1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7.xml"/></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57.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57.xml"/></Relationships>
</file>

<file path=ppt/slides/_rels/slide17.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7.xml"/><Relationship Id="rId1" Type="http://schemas.openxmlformats.org/officeDocument/2006/relationships/slideLayout" Target="../slideLayouts/slideLayout57.xml"/><Relationship Id="rId4" Type="http://schemas.openxmlformats.org/officeDocument/2006/relationships/image" Target="../media/image54.emf"/></Relationships>
</file>

<file path=ppt/slides/_rels/slide1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7.xml"/></Relationships>
</file>

<file path=ppt/slides/_rels/slide1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5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7.xml"/></Relationships>
</file>

<file path=ppt/slides/_rels/slide2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7.xml"/></Relationships>
</file>

<file path=ppt/slides/_rels/slide2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7.xml"/></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xml"/><Relationship Id="rId1" Type="http://schemas.openxmlformats.org/officeDocument/2006/relationships/slideLayout" Target="../slideLayouts/slideLayout57.xml"/></Relationships>
</file>

<file path=ppt/slides/_rels/slide2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57.xml"/></Relationships>
</file>

<file path=ppt/slides/_rels/slide27.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57.xml"/></Relationships>
</file>

<file path=ppt/slides/_rels/slide2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57.xml"/></Relationships>
</file>

<file path=ppt/slides/_rels/slide2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57.xml"/></Relationships>
</file>

<file path=ppt/slides/_rels/slide3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C2C94C-F7A3-4BDE-9187-729E4594FB36}"/>
              </a:ext>
            </a:extLst>
          </p:cNvPr>
          <p:cNvSpPr>
            <a:spLocks noGrp="1"/>
          </p:cNvSpPr>
          <p:nvPr>
            <p:ph type="title"/>
          </p:nvPr>
        </p:nvSpPr>
        <p:spPr>
          <a:xfrm>
            <a:off x="-1" y="3429000"/>
            <a:ext cx="8468139" cy="2613025"/>
          </a:xfrm>
        </p:spPr>
        <p:txBody>
          <a:bodyPr/>
          <a:lstStyle/>
          <a:p>
            <a:pPr lvl="0" algn="ctr">
              <a:lnSpc>
                <a:spcPct val="90000"/>
              </a:lnSpc>
              <a:spcBef>
                <a:spcPct val="0"/>
              </a:spcBef>
              <a:defRPr/>
            </a:pPr>
            <a:br>
              <a:rPr lang="en-US" sz="2800" dirty="0">
                <a:solidFill>
                  <a:schemeClr val="bg1"/>
                </a:solidFill>
                <a:latin typeface="Arial" pitchFamily="34" charset="0"/>
                <a:cs typeface="Arial" pitchFamily="34" charset="0"/>
              </a:rPr>
            </a:br>
            <a:r>
              <a:rPr lang="en-US" sz="3200" dirty="0">
                <a:solidFill>
                  <a:schemeClr val="bg1"/>
                </a:solidFill>
                <a:latin typeface="Arial" pitchFamily="34" charset="0"/>
                <a:cs typeface="Arial" pitchFamily="34" charset="0"/>
              </a:rPr>
              <a:t>Carib Brewery Grenada Limited</a:t>
            </a:r>
            <a:br>
              <a:rPr lang="en-US" sz="3200" dirty="0">
                <a:solidFill>
                  <a:schemeClr val="bg1"/>
                </a:solidFill>
                <a:latin typeface="Arial" pitchFamily="34" charset="0"/>
                <a:cs typeface="Arial" pitchFamily="34" charset="0"/>
              </a:rPr>
            </a:br>
            <a:br>
              <a:rPr lang="en-US" sz="3200" dirty="0">
                <a:solidFill>
                  <a:schemeClr val="bg1"/>
                </a:solidFill>
                <a:latin typeface="Arial" pitchFamily="34" charset="0"/>
                <a:cs typeface="Arial" pitchFamily="34" charset="0"/>
              </a:rPr>
            </a:br>
            <a:r>
              <a:rPr lang="en-US" sz="3200" dirty="0">
                <a:solidFill>
                  <a:schemeClr val="bg1"/>
                </a:solidFill>
                <a:latin typeface="Arial" pitchFamily="34" charset="0"/>
                <a:cs typeface="Arial" pitchFamily="34" charset="0"/>
              </a:rPr>
              <a:t>SCTCM Report </a:t>
            </a:r>
            <a:br>
              <a:rPr lang="en-US" sz="3200" dirty="0">
                <a:solidFill>
                  <a:schemeClr val="bg1"/>
                </a:solidFill>
                <a:latin typeface="Arial" pitchFamily="34" charset="0"/>
                <a:cs typeface="Arial" pitchFamily="34" charset="0"/>
              </a:rPr>
            </a:br>
            <a:br>
              <a:rPr lang="en-US" sz="3200">
                <a:solidFill>
                  <a:schemeClr val="bg1"/>
                </a:solidFill>
                <a:latin typeface="Arial" pitchFamily="34" charset="0"/>
                <a:cs typeface="Arial" pitchFamily="34" charset="0"/>
              </a:rPr>
            </a:br>
            <a:r>
              <a:rPr lang="en-US" sz="3200">
                <a:solidFill>
                  <a:schemeClr val="bg1"/>
                </a:solidFill>
                <a:latin typeface="Arial" pitchFamily="34" charset="0"/>
                <a:cs typeface="Arial" pitchFamily="34" charset="0"/>
              </a:rPr>
              <a:t>August </a:t>
            </a:r>
            <a:r>
              <a:rPr lang="en-US" sz="3200" dirty="0">
                <a:solidFill>
                  <a:schemeClr val="bg1"/>
                </a:solidFill>
                <a:latin typeface="Arial" pitchFamily="34" charset="0"/>
                <a:cs typeface="Arial" pitchFamily="34" charset="0"/>
              </a:rPr>
              <a:t>2026</a:t>
            </a:r>
            <a:br>
              <a:rPr lang="en-US" sz="2800" dirty="0">
                <a:solidFill>
                  <a:schemeClr val="bg1"/>
                </a:solidFill>
                <a:latin typeface="Arial" pitchFamily="34" charset="0"/>
                <a:cs typeface="Arial" pitchFamily="34" charset="0"/>
              </a:rPr>
            </a:br>
            <a:endParaRPr lang="en-TT" dirty="0"/>
          </a:p>
        </p:txBody>
      </p:sp>
      <p:sp>
        <p:nvSpPr>
          <p:cNvPr id="3" name="TextBox 2">
            <a:extLst>
              <a:ext uri="{FF2B5EF4-FFF2-40B4-BE49-F238E27FC236}">
                <a16:creationId xmlns:a16="http://schemas.microsoft.com/office/drawing/2014/main" id="{A86F9804-FD89-A4A4-AD64-3D1BF734706F}"/>
              </a:ext>
            </a:extLst>
          </p:cNvPr>
          <p:cNvSpPr txBox="1"/>
          <p:nvPr/>
        </p:nvSpPr>
        <p:spPr>
          <a:xfrm>
            <a:off x="2539497" y="3246597"/>
            <a:ext cx="5078994" cy="3693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en-US" dirty="0"/>
              <a:t> </a:t>
            </a:r>
          </a:p>
        </p:txBody>
      </p:sp>
    </p:spTree>
    <p:extLst>
      <p:ext uri="{BB962C8B-B14F-4D97-AF65-F5344CB8AC3E}">
        <p14:creationId xmlns:p14="http://schemas.microsoft.com/office/powerpoint/2010/main" val="262064752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Diagram 9"/>
          <p:cNvGraphicFramePr/>
          <p:nvPr/>
        </p:nvGraphicFramePr>
        <p:xfrm>
          <a:off x="2323325" y="1236037"/>
          <a:ext cx="5159364" cy="41351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p:cNvSpPr txBox="1"/>
          <p:nvPr/>
        </p:nvSpPr>
        <p:spPr>
          <a:xfrm>
            <a:off x="1085807" y="4918702"/>
            <a:ext cx="1256464" cy="363690"/>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buClr>
                <a:srgbClr val="009900"/>
              </a:buClr>
              <a:buSzPct val="140000"/>
              <a:defRPr/>
            </a:pPr>
            <a:r>
              <a:rPr lang="en-US" sz="1013" b="1" dirty="0">
                <a:solidFill>
                  <a:srgbClr val="767171"/>
                </a:solidFill>
                <a:latin typeface="Arial" panose="020B0604020202020204" pitchFamily="34" charset="0"/>
                <a:cs typeface="Arial" panose="020B0604020202020204" pitchFamily="34" charset="0"/>
              </a:rPr>
              <a:t>UC-UB Closure Rate YTD</a:t>
            </a:r>
          </a:p>
        </p:txBody>
      </p:sp>
      <p:cxnSp>
        <p:nvCxnSpPr>
          <p:cNvPr id="4" name="Straight Connector 3"/>
          <p:cNvCxnSpPr>
            <a:cxnSpLocks/>
          </p:cNvCxnSpPr>
          <p:nvPr/>
        </p:nvCxnSpPr>
        <p:spPr>
          <a:xfrm flipH="1">
            <a:off x="4870837" y="1639437"/>
            <a:ext cx="18722" cy="3577639"/>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996106" y="5414133"/>
            <a:ext cx="1497796" cy="207815"/>
          </a:xfrm>
          <a:prstGeom prst="rect">
            <a:avLst/>
          </a:prstGeom>
          <a:noFill/>
          <a:effectLst>
            <a:outerShdw dist="19050" sx="1000" sy="1000" algn="ctr" rotWithShape="0">
              <a:srgbClr val="000000"/>
            </a:outerShdw>
          </a:effectLst>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Employees</a:t>
            </a:r>
          </a:p>
        </p:txBody>
      </p:sp>
      <p:sp>
        <p:nvSpPr>
          <p:cNvPr id="19" name="TextBox 18"/>
          <p:cNvSpPr txBox="1"/>
          <p:nvPr/>
        </p:nvSpPr>
        <p:spPr>
          <a:xfrm>
            <a:off x="5330467" y="5414132"/>
            <a:ext cx="882552" cy="207815"/>
          </a:xfrm>
          <a:prstGeom prst="rect">
            <a:avLst/>
          </a:prstGeom>
          <a:noFill/>
          <a:effectLst>
            <a:outerShdw dist="19050" sx="1000" sy="1000" algn="ctr" rotWithShape="0">
              <a:srgbClr val="000000"/>
            </a:outerShdw>
          </a:effectLst>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Contractors</a:t>
            </a:r>
          </a:p>
        </p:txBody>
      </p:sp>
      <p:sp>
        <p:nvSpPr>
          <p:cNvPr id="13" name="TextBox 12"/>
          <p:cNvSpPr txBox="1"/>
          <p:nvPr/>
        </p:nvSpPr>
        <p:spPr>
          <a:xfrm>
            <a:off x="3809026" y="4982818"/>
            <a:ext cx="461786"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dirty="0">
                <a:solidFill>
                  <a:schemeClr val="tx1">
                    <a:lumMod val="95000"/>
                    <a:lumOff val="5000"/>
                  </a:schemeClr>
                </a:solidFill>
                <a:latin typeface="Arial" panose="020B0604020202020204" pitchFamily="34" charset="0"/>
                <a:cs typeface="Arial" panose="020B0604020202020204" pitchFamily="34" charset="0"/>
              </a:rPr>
              <a:t>76%</a:t>
            </a:r>
          </a:p>
        </p:txBody>
      </p:sp>
      <p:sp>
        <p:nvSpPr>
          <p:cNvPr id="21" name="TextBox 20"/>
          <p:cNvSpPr txBox="1"/>
          <p:nvPr/>
        </p:nvSpPr>
        <p:spPr>
          <a:xfrm>
            <a:off x="3471126" y="4318707"/>
            <a:ext cx="349758" cy="207815"/>
          </a:xfrm>
          <a:prstGeom prst="rect">
            <a:avLst/>
          </a:prstGeom>
          <a:solidFill>
            <a:schemeClr val="bg1"/>
          </a:solidFill>
          <a:ln w="28575">
            <a:noFill/>
          </a:ln>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dirty="0">
                <a:solidFill>
                  <a:schemeClr val="tx1"/>
                </a:solidFill>
                <a:latin typeface="Arial"/>
                <a:cs typeface="Arial"/>
              </a:rPr>
              <a:t>6533</a:t>
            </a:r>
          </a:p>
        </p:txBody>
      </p:sp>
      <p:sp>
        <p:nvSpPr>
          <p:cNvPr id="22" name="TextBox 21"/>
          <p:cNvSpPr txBox="1"/>
          <p:nvPr/>
        </p:nvSpPr>
        <p:spPr>
          <a:xfrm>
            <a:off x="5604189" y="5009245"/>
            <a:ext cx="471085"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sp>
        <p:nvSpPr>
          <p:cNvPr id="28" name="TextBox 27"/>
          <p:cNvSpPr txBox="1"/>
          <p:nvPr/>
        </p:nvSpPr>
        <p:spPr>
          <a:xfrm>
            <a:off x="5131326" y="1908804"/>
            <a:ext cx="175139"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sp>
        <p:nvSpPr>
          <p:cNvPr id="29" name="TextBox 28"/>
          <p:cNvSpPr txBox="1"/>
          <p:nvPr/>
        </p:nvSpPr>
        <p:spPr>
          <a:xfrm>
            <a:off x="4449391" y="1908803"/>
            <a:ext cx="164051"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sp>
        <p:nvSpPr>
          <p:cNvPr id="31" name="TextBox 30"/>
          <p:cNvSpPr txBox="1"/>
          <p:nvPr/>
        </p:nvSpPr>
        <p:spPr>
          <a:xfrm>
            <a:off x="1107176" y="4005739"/>
            <a:ext cx="1248265" cy="363690"/>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defTabSz="342892">
              <a:buClr>
                <a:srgbClr val="009900"/>
              </a:buClr>
              <a:buSzPct val="140000"/>
              <a:defRPr/>
            </a:pPr>
            <a:r>
              <a:rPr lang="en-US" sz="1013" b="1" dirty="0">
                <a:solidFill>
                  <a:srgbClr val="92D050"/>
                </a:solidFill>
                <a:latin typeface="Arial" panose="020B0604020202020204" pitchFamily="34" charset="0"/>
                <a:cs typeface="Arial" panose="020B0604020202020204" pitchFamily="34" charset="0"/>
              </a:rPr>
              <a:t>UC-UB Reports /       % of YTD Budget</a:t>
            </a:r>
          </a:p>
        </p:txBody>
      </p:sp>
      <p:sp>
        <p:nvSpPr>
          <p:cNvPr id="32" name="TextBox 31"/>
          <p:cNvSpPr txBox="1"/>
          <p:nvPr/>
        </p:nvSpPr>
        <p:spPr>
          <a:xfrm>
            <a:off x="1149320" y="2511095"/>
            <a:ext cx="1192951"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buClr>
                <a:srgbClr val="009900"/>
              </a:buClr>
              <a:buSzPct val="140000"/>
              <a:defRPr/>
            </a:pPr>
            <a:r>
              <a:rPr lang="en-US" sz="1013" b="1" dirty="0">
                <a:solidFill>
                  <a:srgbClr val="FFC000"/>
                </a:solidFill>
                <a:latin typeface="Arial" panose="020B0604020202020204" pitchFamily="34" charset="0"/>
                <a:cs typeface="Arial" panose="020B0604020202020204" pitchFamily="34" charset="0"/>
              </a:rPr>
              <a:t>LTIs</a:t>
            </a:r>
          </a:p>
        </p:txBody>
      </p:sp>
      <p:sp>
        <p:nvSpPr>
          <p:cNvPr id="33" name="TextBox 32"/>
          <p:cNvSpPr txBox="1"/>
          <p:nvPr/>
        </p:nvSpPr>
        <p:spPr>
          <a:xfrm>
            <a:off x="1148321" y="1698864"/>
            <a:ext cx="1023032"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buClr>
                <a:srgbClr val="009900"/>
              </a:buClr>
              <a:buSzPct val="140000"/>
              <a:defRPr/>
            </a:pPr>
            <a:r>
              <a:rPr lang="en-US" sz="1013" b="1" dirty="0">
                <a:solidFill>
                  <a:srgbClr val="FF0000"/>
                </a:solidFill>
                <a:latin typeface="Arial" panose="020B0604020202020204" pitchFamily="34" charset="0"/>
                <a:cs typeface="Arial" panose="020B0604020202020204" pitchFamily="34" charset="0"/>
              </a:rPr>
              <a:t>Fatalities</a:t>
            </a:r>
          </a:p>
        </p:txBody>
      </p:sp>
      <p:sp>
        <p:nvSpPr>
          <p:cNvPr id="5" name="Text Placeholder 4">
            <a:extLst>
              <a:ext uri="{FF2B5EF4-FFF2-40B4-BE49-F238E27FC236}">
                <a16:creationId xmlns:a16="http://schemas.microsoft.com/office/drawing/2014/main" id="{92D3D4F8-C9C2-419D-9DF1-46823DC8E35F}"/>
              </a:ext>
            </a:extLst>
          </p:cNvPr>
          <p:cNvSpPr>
            <a:spLocks noGrp="1"/>
          </p:cNvSpPr>
          <p:nvPr>
            <p:ph type="body" sz="quarter" idx="16"/>
          </p:nvPr>
        </p:nvSpPr>
        <p:spPr/>
        <p:txBody>
          <a:bodyPr>
            <a:noAutofit/>
          </a:bodyPr>
          <a:lstStyle/>
          <a:p>
            <a:r>
              <a:rPr lang="en-US" dirty="0"/>
              <a:t>CBG, SAFETY REPORT, august 2026</a:t>
            </a:r>
          </a:p>
          <a:p>
            <a:endParaRPr lang="en-US" dirty="0"/>
          </a:p>
          <a:p>
            <a:r>
              <a:rPr lang="en-US" dirty="0"/>
              <a:t> </a:t>
            </a:r>
            <a:endParaRPr lang="en-TT" dirty="0"/>
          </a:p>
        </p:txBody>
      </p:sp>
      <p:sp>
        <p:nvSpPr>
          <p:cNvPr id="8" name="Title 7">
            <a:extLst>
              <a:ext uri="{FF2B5EF4-FFF2-40B4-BE49-F238E27FC236}">
                <a16:creationId xmlns:a16="http://schemas.microsoft.com/office/drawing/2014/main" id="{28A8D3F1-07AE-4A1B-883C-89B3AB74A985}"/>
              </a:ext>
            </a:extLst>
          </p:cNvPr>
          <p:cNvSpPr>
            <a:spLocks noGrp="1"/>
          </p:cNvSpPr>
          <p:nvPr>
            <p:ph type="title"/>
          </p:nvPr>
        </p:nvSpPr>
        <p:spPr>
          <a:xfrm>
            <a:off x="240030" y="1165860"/>
            <a:ext cx="7639812" cy="192024"/>
          </a:xfrm>
          <a:prstGeom prst="rect">
            <a:avLst/>
          </a:prstGeom>
        </p:spPr>
        <p:txBody>
          <a:bodyPr>
            <a:normAutofit fontScale="90000"/>
          </a:bodyPr>
          <a:lstStyle/>
          <a:p>
            <a:r>
              <a:rPr lang="en-US" dirty="0"/>
              <a:t>GRENADA Safety Pyramid</a:t>
            </a:r>
            <a:endParaRPr lang="en-TT" dirty="0"/>
          </a:p>
        </p:txBody>
      </p:sp>
      <p:sp>
        <p:nvSpPr>
          <p:cNvPr id="3" name="Slide Number Placeholder 2"/>
          <p:cNvSpPr>
            <a:spLocks noGrp="1"/>
          </p:cNvSpPr>
          <p:nvPr>
            <p:ph type="sldNum" sz="quarter" idx="4"/>
          </p:nvPr>
        </p:nvSpPr>
        <p:spPr>
          <a:prstGeom prst="rect">
            <a:avLst/>
          </a:prstGeom>
          <a:ln>
            <a:noFill/>
          </a:ln>
        </p:spPr>
        <p:txBody>
          <a:bodyPr anchor="t"/>
          <a:lstStyle/>
          <a:p>
            <a:pPr>
              <a:defRPr/>
            </a:pPr>
            <a:r>
              <a:rPr lang="en-US" sz="750">
                <a:solidFill>
                  <a:schemeClr val="bg1"/>
                </a:solidFill>
                <a:latin typeface="Calibri" panose="020F0502020204030204"/>
              </a:rPr>
              <a:t>1</a:t>
            </a:r>
          </a:p>
        </p:txBody>
      </p:sp>
      <p:sp>
        <p:nvSpPr>
          <p:cNvPr id="39" name="TextBox 38"/>
          <p:cNvSpPr txBox="1"/>
          <p:nvPr/>
        </p:nvSpPr>
        <p:spPr>
          <a:xfrm>
            <a:off x="3856918" y="3238659"/>
            <a:ext cx="144000"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schemeClr val="tx1"/>
                </a:solidFill>
                <a:latin typeface="Arial" panose="020B0604020202020204" pitchFamily="34" charset="0"/>
                <a:cs typeface="Arial" panose="020B0604020202020204" pitchFamily="34" charset="0"/>
              </a:rPr>
              <a:t>0</a:t>
            </a:r>
          </a:p>
        </p:txBody>
      </p:sp>
      <p:sp>
        <p:nvSpPr>
          <p:cNvPr id="41" name="TextBox 40"/>
          <p:cNvSpPr txBox="1"/>
          <p:nvPr/>
        </p:nvSpPr>
        <p:spPr>
          <a:xfrm>
            <a:off x="1133124" y="3134080"/>
            <a:ext cx="1062898"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buClr>
                <a:srgbClr val="009900"/>
              </a:buClr>
              <a:buSzPct val="140000"/>
              <a:defRPr/>
            </a:pPr>
            <a:r>
              <a:rPr lang="en-US" sz="1013" b="1" dirty="0">
                <a:solidFill>
                  <a:srgbClr val="00B0F0"/>
                </a:solidFill>
                <a:latin typeface="Arial" panose="020B0604020202020204" pitchFamily="34" charset="0"/>
                <a:cs typeface="Arial" panose="020B0604020202020204" pitchFamily="34" charset="0"/>
              </a:rPr>
              <a:t>Accidents</a:t>
            </a:r>
          </a:p>
        </p:txBody>
      </p:sp>
      <p:sp>
        <p:nvSpPr>
          <p:cNvPr id="37" name="TextBox 36"/>
          <p:cNvSpPr txBox="1"/>
          <p:nvPr/>
        </p:nvSpPr>
        <p:spPr>
          <a:xfrm>
            <a:off x="3490077" y="3058920"/>
            <a:ext cx="1336787" cy="338554"/>
          </a:xfrm>
          <a:prstGeom prst="rect">
            <a:avLst/>
          </a:prstGeom>
          <a:noFill/>
        </p:spPr>
        <p:txBody>
          <a:bodyPr wrap="square" rtlCol="0">
            <a:spAutoFit/>
          </a:bodyPr>
          <a:lstStyle/>
          <a:p>
            <a:pPr>
              <a:defRPr/>
            </a:pPr>
            <a:r>
              <a:rPr lang="en-TT" sz="800" b="1">
                <a:latin typeface="Calibri" panose="020F0502020204030204"/>
              </a:rPr>
              <a:t>RWC   MTC   FA   VA  FLT   PD </a:t>
            </a:r>
          </a:p>
        </p:txBody>
      </p:sp>
      <p:sp>
        <p:nvSpPr>
          <p:cNvPr id="44" name="TextBox 43"/>
          <p:cNvSpPr txBox="1"/>
          <p:nvPr/>
        </p:nvSpPr>
        <p:spPr>
          <a:xfrm>
            <a:off x="4933125" y="3047812"/>
            <a:ext cx="1195242" cy="215444"/>
          </a:xfrm>
          <a:prstGeom prst="rect">
            <a:avLst/>
          </a:prstGeom>
          <a:noFill/>
        </p:spPr>
        <p:txBody>
          <a:bodyPr wrap="square" rtlCol="0">
            <a:spAutoFit/>
          </a:bodyPr>
          <a:lstStyle/>
          <a:p>
            <a:pPr>
              <a:defRPr/>
            </a:pPr>
            <a:r>
              <a:rPr lang="en-TT" sz="800" b="1">
                <a:latin typeface="Calibri" panose="020F0502020204030204"/>
              </a:rPr>
              <a:t>RWC  MTC   FA   VA   PD</a:t>
            </a:r>
          </a:p>
        </p:txBody>
      </p:sp>
      <p:sp>
        <p:nvSpPr>
          <p:cNvPr id="45" name="TextBox 44"/>
          <p:cNvSpPr txBox="1"/>
          <p:nvPr/>
        </p:nvSpPr>
        <p:spPr>
          <a:xfrm>
            <a:off x="3596899" y="3238659"/>
            <a:ext cx="144000"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dirty="0">
                <a:solidFill>
                  <a:schemeClr val="tx1"/>
                </a:solidFill>
                <a:latin typeface="Arial" panose="020B0604020202020204" pitchFamily="34" charset="0"/>
                <a:cs typeface="Arial" panose="020B0604020202020204" pitchFamily="34" charset="0"/>
              </a:rPr>
              <a:t>2</a:t>
            </a:r>
          </a:p>
        </p:txBody>
      </p:sp>
      <p:sp>
        <p:nvSpPr>
          <p:cNvPr id="50" name="TextBox 49"/>
          <p:cNvSpPr txBox="1"/>
          <p:nvPr/>
        </p:nvSpPr>
        <p:spPr>
          <a:xfrm>
            <a:off x="4456136" y="3251345"/>
            <a:ext cx="144000"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schemeClr val="tx1"/>
                </a:solidFill>
                <a:latin typeface="Arial" panose="020B0604020202020204" pitchFamily="34" charset="0"/>
                <a:cs typeface="Arial" panose="020B0604020202020204" pitchFamily="34" charset="0"/>
              </a:rPr>
              <a:t>0</a:t>
            </a:r>
          </a:p>
        </p:txBody>
      </p:sp>
      <p:sp>
        <p:nvSpPr>
          <p:cNvPr id="51" name="TextBox 50"/>
          <p:cNvSpPr txBox="1"/>
          <p:nvPr/>
        </p:nvSpPr>
        <p:spPr>
          <a:xfrm>
            <a:off x="4059215" y="3238005"/>
            <a:ext cx="144000"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dirty="0">
                <a:solidFill>
                  <a:schemeClr val="tx1"/>
                </a:solidFill>
                <a:latin typeface="Arial" panose="020B0604020202020204" pitchFamily="34" charset="0"/>
                <a:cs typeface="Arial" panose="020B0604020202020204" pitchFamily="34" charset="0"/>
              </a:rPr>
              <a:t>3</a:t>
            </a:r>
          </a:p>
        </p:txBody>
      </p:sp>
      <p:sp>
        <p:nvSpPr>
          <p:cNvPr id="53" name="TextBox 52"/>
          <p:cNvSpPr txBox="1"/>
          <p:nvPr/>
        </p:nvSpPr>
        <p:spPr>
          <a:xfrm>
            <a:off x="4265988" y="3238004"/>
            <a:ext cx="144000"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schemeClr val="tx1"/>
                </a:solidFill>
                <a:latin typeface="Arial" panose="020B0604020202020204" pitchFamily="34" charset="0"/>
                <a:cs typeface="Arial" panose="020B0604020202020204" pitchFamily="34" charset="0"/>
              </a:rPr>
              <a:t>0</a:t>
            </a:r>
          </a:p>
        </p:txBody>
      </p:sp>
      <p:sp>
        <p:nvSpPr>
          <p:cNvPr id="54" name="TextBox 53"/>
          <p:cNvSpPr txBox="1"/>
          <p:nvPr/>
        </p:nvSpPr>
        <p:spPr>
          <a:xfrm>
            <a:off x="5041532" y="3279615"/>
            <a:ext cx="150105"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sp>
        <p:nvSpPr>
          <p:cNvPr id="43" name="TextBox 42">
            <a:extLst>
              <a:ext uri="{FF2B5EF4-FFF2-40B4-BE49-F238E27FC236}">
                <a16:creationId xmlns:a16="http://schemas.microsoft.com/office/drawing/2014/main" id="{61A6DC7A-9FBC-4F63-ADC3-959E973A7315}"/>
              </a:ext>
            </a:extLst>
          </p:cNvPr>
          <p:cNvSpPr txBox="1"/>
          <p:nvPr/>
        </p:nvSpPr>
        <p:spPr>
          <a:xfrm>
            <a:off x="5076857" y="4320673"/>
            <a:ext cx="297000"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sp>
        <p:nvSpPr>
          <p:cNvPr id="40" name="TextBox 39">
            <a:extLst>
              <a:ext uri="{FF2B5EF4-FFF2-40B4-BE49-F238E27FC236}">
                <a16:creationId xmlns:a16="http://schemas.microsoft.com/office/drawing/2014/main" id="{9C22CF51-3747-47C2-B6CB-10FBD51A6785}"/>
              </a:ext>
            </a:extLst>
          </p:cNvPr>
          <p:cNvSpPr txBox="1"/>
          <p:nvPr/>
        </p:nvSpPr>
        <p:spPr>
          <a:xfrm>
            <a:off x="4646285" y="3251344"/>
            <a:ext cx="144000"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pic>
        <p:nvPicPr>
          <p:cNvPr id="70" name="Picture 70" descr="A picture containing drawing, clock&#10;&#10;Description automatically generated">
            <a:extLst>
              <a:ext uri="{FF2B5EF4-FFF2-40B4-BE49-F238E27FC236}">
                <a16:creationId xmlns:a16="http://schemas.microsoft.com/office/drawing/2014/main" id="{320200FC-07B3-42C1-94AA-A3AA8439A097}"/>
              </a:ext>
            </a:extLst>
          </p:cNvPr>
          <p:cNvPicPr>
            <a:picLocks noChangeAspect="1"/>
          </p:cNvPicPr>
          <p:nvPr/>
        </p:nvPicPr>
        <p:blipFill>
          <a:blip r:embed="rId8"/>
          <a:stretch>
            <a:fillRect/>
          </a:stretch>
        </p:blipFill>
        <p:spPr>
          <a:xfrm>
            <a:off x="95612" y="5153681"/>
            <a:ext cx="813203" cy="828000"/>
          </a:xfrm>
          <a:prstGeom prst="rect">
            <a:avLst/>
          </a:prstGeom>
        </p:spPr>
      </p:pic>
      <p:pic>
        <p:nvPicPr>
          <p:cNvPr id="6" name="Picture 5">
            <a:extLst>
              <a:ext uri="{FF2B5EF4-FFF2-40B4-BE49-F238E27FC236}">
                <a16:creationId xmlns:a16="http://schemas.microsoft.com/office/drawing/2014/main" id="{61715476-9F28-4D0C-983A-7A4F49998196}"/>
              </a:ext>
            </a:extLst>
          </p:cNvPr>
          <p:cNvPicPr>
            <a:picLocks noChangeAspect="1"/>
          </p:cNvPicPr>
          <p:nvPr/>
        </p:nvPicPr>
        <p:blipFill>
          <a:blip r:embed="rId9"/>
          <a:stretch>
            <a:fillRect/>
          </a:stretch>
        </p:blipFill>
        <p:spPr>
          <a:xfrm>
            <a:off x="3445267" y="5625445"/>
            <a:ext cx="4355183" cy="399393"/>
          </a:xfrm>
          <a:prstGeom prst="rect">
            <a:avLst/>
          </a:prstGeom>
        </p:spPr>
      </p:pic>
      <p:sp>
        <p:nvSpPr>
          <p:cNvPr id="38" name="TextBox 37">
            <a:extLst>
              <a:ext uri="{FF2B5EF4-FFF2-40B4-BE49-F238E27FC236}">
                <a16:creationId xmlns:a16="http://schemas.microsoft.com/office/drawing/2014/main" id="{2D1BCE7E-1740-4C21-86CD-58D1E1C3881C}"/>
              </a:ext>
            </a:extLst>
          </p:cNvPr>
          <p:cNvSpPr txBox="1"/>
          <p:nvPr/>
        </p:nvSpPr>
        <p:spPr>
          <a:xfrm>
            <a:off x="4173705" y="4304603"/>
            <a:ext cx="366291" cy="207815"/>
          </a:xfrm>
          <a:prstGeom prst="rect">
            <a:avLst/>
          </a:prstGeom>
          <a:solidFill>
            <a:schemeClr val="bg1"/>
          </a:solidFill>
          <a:ln w="28575">
            <a:noFill/>
          </a:ln>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dirty="0">
                <a:solidFill>
                  <a:schemeClr val="tx1">
                    <a:lumMod val="95000"/>
                    <a:lumOff val="5000"/>
                  </a:schemeClr>
                </a:solidFill>
                <a:latin typeface="Arial"/>
                <a:cs typeface="Arial"/>
              </a:rPr>
              <a:t>172%</a:t>
            </a:r>
          </a:p>
        </p:txBody>
      </p:sp>
      <p:sp>
        <p:nvSpPr>
          <p:cNvPr id="46" name="TextBox 45">
            <a:extLst>
              <a:ext uri="{FF2B5EF4-FFF2-40B4-BE49-F238E27FC236}">
                <a16:creationId xmlns:a16="http://schemas.microsoft.com/office/drawing/2014/main" id="{5372B99E-0158-4B6F-A8C3-C5034D503C4A}"/>
              </a:ext>
            </a:extLst>
          </p:cNvPr>
          <p:cNvSpPr txBox="1"/>
          <p:nvPr/>
        </p:nvSpPr>
        <p:spPr>
          <a:xfrm>
            <a:off x="3260606" y="4040483"/>
            <a:ext cx="718709" cy="219291"/>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spAutoFit/>
          </a:bodyPr>
          <a:lstStyle/>
          <a:p>
            <a:pPr>
              <a:defRPr/>
            </a:pPr>
            <a:r>
              <a:rPr lang="en-TT" sz="825" b="1">
                <a:latin typeface="Calibri" panose="020F0502020204030204"/>
              </a:rPr>
              <a:t>Reports YTD </a:t>
            </a:r>
          </a:p>
        </p:txBody>
      </p:sp>
      <p:sp>
        <p:nvSpPr>
          <p:cNvPr id="47" name="TextBox 46">
            <a:extLst>
              <a:ext uri="{FF2B5EF4-FFF2-40B4-BE49-F238E27FC236}">
                <a16:creationId xmlns:a16="http://schemas.microsoft.com/office/drawing/2014/main" id="{24FA5F18-43E2-4288-B72D-A055B477BACA}"/>
              </a:ext>
            </a:extLst>
          </p:cNvPr>
          <p:cNvSpPr txBox="1"/>
          <p:nvPr/>
        </p:nvSpPr>
        <p:spPr>
          <a:xfrm>
            <a:off x="4083127" y="3974407"/>
            <a:ext cx="623621" cy="346249"/>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spAutoFit/>
          </a:bodyPr>
          <a:lstStyle/>
          <a:p>
            <a:pPr>
              <a:defRPr/>
            </a:pPr>
            <a:r>
              <a:rPr lang="en-TT" sz="825" b="1">
                <a:latin typeface="Calibri" panose="020F0502020204030204"/>
              </a:rPr>
              <a:t>% of YTD Budget</a:t>
            </a:r>
          </a:p>
        </p:txBody>
      </p:sp>
      <p:sp>
        <p:nvSpPr>
          <p:cNvPr id="48" name="TextBox 47">
            <a:extLst>
              <a:ext uri="{FF2B5EF4-FFF2-40B4-BE49-F238E27FC236}">
                <a16:creationId xmlns:a16="http://schemas.microsoft.com/office/drawing/2014/main" id="{EDF9DDAA-EE99-4637-9DAE-21D741CCDD3F}"/>
              </a:ext>
            </a:extLst>
          </p:cNvPr>
          <p:cNvSpPr txBox="1"/>
          <p:nvPr/>
        </p:nvSpPr>
        <p:spPr>
          <a:xfrm>
            <a:off x="4906231" y="4023016"/>
            <a:ext cx="699693" cy="346249"/>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spAutoFit/>
          </a:bodyPr>
          <a:lstStyle/>
          <a:p>
            <a:pPr>
              <a:defRPr/>
            </a:pPr>
            <a:r>
              <a:rPr lang="en-TT" sz="825" b="1">
                <a:latin typeface="Calibri" panose="020F0502020204030204"/>
              </a:rPr>
              <a:t>Reports YTD </a:t>
            </a:r>
          </a:p>
        </p:txBody>
      </p:sp>
      <p:sp>
        <p:nvSpPr>
          <p:cNvPr id="49" name="TextBox 48">
            <a:extLst>
              <a:ext uri="{FF2B5EF4-FFF2-40B4-BE49-F238E27FC236}">
                <a16:creationId xmlns:a16="http://schemas.microsoft.com/office/drawing/2014/main" id="{BC4D16BB-B1C2-4F40-B28F-36D280BB79B4}"/>
              </a:ext>
            </a:extLst>
          </p:cNvPr>
          <p:cNvSpPr txBox="1"/>
          <p:nvPr/>
        </p:nvSpPr>
        <p:spPr>
          <a:xfrm>
            <a:off x="5795998" y="3993486"/>
            <a:ext cx="623621" cy="346249"/>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spAutoFit/>
          </a:bodyPr>
          <a:lstStyle/>
          <a:p>
            <a:pPr>
              <a:defRPr/>
            </a:pPr>
            <a:r>
              <a:rPr lang="en-TT" sz="825" b="1">
                <a:latin typeface="Calibri" panose="020F0502020204030204"/>
              </a:rPr>
              <a:t>% of YTD Budget</a:t>
            </a:r>
          </a:p>
        </p:txBody>
      </p:sp>
      <p:sp>
        <p:nvSpPr>
          <p:cNvPr id="52" name="TextBox 51">
            <a:extLst>
              <a:ext uri="{FF2B5EF4-FFF2-40B4-BE49-F238E27FC236}">
                <a16:creationId xmlns:a16="http://schemas.microsoft.com/office/drawing/2014/main" id="{8C8B3967-6E40-4998-8076-0F44DDCD03DF}"/>
              </a:ext>
            </a:extLst>
          </p:cNvPr>
          <p:cNvSpPr txBox="1"/>
          <p:nvPr/>
        </p:nvSpPr>
        <p:spPr>
          <a:xfrm>
            <a:off x="5899972" y="4359597"/>
            <a:ext cx="297000"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sp>
        <p:nvSpPr>
          <p:cNvPr id="20" name="TextBox 19">
            <a:extLst>
              <a:ext uri="{FF2B5EF4-FFF2-40B4-BE49-F238E27FC236}">
                <a16:creationId xmlns:a16="http://schemas.microsoft.com/office/drawing/2014/main" id="{C2E8E46A-AFB0-6923-D15F-0A4F96EA740C}"/>
              </a:ext>
            </a:extLst>
          </p:cNvPr>
          <p:cNvSpPr txBox="1"/>
          <p:nvPr/>
        </p:nvSpPr>
        <p:spPr>
          <a:xfrm>
            <a:off x="5262617" y="3279615"/>
            <a:ext cx="150105"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sp>
        <p:nvSpPr>
          <p:cNvPr id="23" name="TextBox 22">
            <a:extLst>
              <a:ext uri="{FF2B5EF4-FFF2-40B4-BE49-F238E27FC236}">
                <a16:creationId xmlns:a16="http://schemas.microsoft.com/office/drawing/2014/main" id="{EDA29208-F24A-3560-DAB7-2EBC7A401CBD}"/>
              </a:ext>
            </a:extLst>
          </p:cNvPr>
          <p:cNvSpPr txBox="1"/>
          <p:nvPr/>
        </p:nvSpPr>
        <p:spPr>
          <a:xfrm>
            <a:off x="5482190" y="3260298"/>
            <a:ext cx="150105"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sp>
        <p:nvSpPr>
          <p:cNvPr id="24" name="TextBox 23">
            <a:extLst>
              <a:ext uri="{FF2B5EF4-FFF2-40B4-BE49-F238E27FC236}">
                <a16:creationId xmlns:a16="http://schemas.microsoft.com/office/drawing/2014/main" id="{3D9D5B13-7917-316C-BBCA-BA9033313867}"/>
              </a:ext>
            </a:extLst>
          </p:cNvPr>
          <p:cNvSpPr txBox="1"/>
          <p:nvPr/>
        </p:nvSpPr>
        <p:spPr>
          <a:xfrm>
            <a:off x="5689626" y="3272416"/>
            <a:ext cx="150105"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sp>
        <p:nvSpPr>
          <p:cNvPr id="25" name="TextBox 24">
            <a:extLst>
              <a:ext uri="{FF2B5EF4-FFF2-40B4-BE49-F238E27FC236}">
                <a16:creationId xmlns:a16="http://schemas.microsoft.com/office/drawing/2014/main" id="{CB572D84-F20C-C35A-F738-39DAB69AF3FD}"/>
              </a:ext>
            </a:extLst>
          </p:cNvPr>
          <p:cNvSpPr txBox="1"/>
          <p:nvPr/>
        </p:nvSpPr>
        <p:spPr>
          <a:xfrm>
            <a:off x="4254950" y="2482745"/>
            <a:ext cx="150105"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sp>
        <p:nvSpPr>
          <p:cNvPr id="26" name="TextBox 25">
            <a:extLst>
              <a:ext uri="{FF2B5EF4-FFF2-40B4-BE49-F238E27FC236}">
                <a16:creationId xmlns:a16="http://schemas.microsoft.com/office/drawing/2014/main" id="{57F3CA5F-DF88-6896-BA4F-ED4B4EC5D521}"/>
              </a:ext>
            </a:extLst>
          </p:cNvPr>
          <p:cNvSpPr txBox="1"/>
          <p:nvPr/>
        </p:nvSpPr>
        <p:spPr>
          <a:xfrm>
            <a:off x="5231412" y="2489692"/>
            <a:ext cx="150105"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sp>
        <p:nvSpPr>
          <p:cNvPr id="34" name="TextBox 33">
            <a:extLst>
              <a:ext uri="{FF2B5EF4-FFF2-40B4-BE49-F238E27FC236}">
                <a16:creationId xmlns:a16="http://schemas.microsoft.com/office/drawing/2014/main" id="{B2F44DAD-D328-FBD0-44C3-2E8E710218BE}"/>
              </a:ext>
            </a:extLst>
          </p:cNvPr>
          <p:cNvSpPr txBox="1"/>
          <p:nvPr/>
        </p:nvSpPr>
        <p:spPr>
          <a:xfrm>
            <a:off x="5887980" y="3272415"/>
            <a:ext cx="150105" cy="207815"/>
          </a:xfrm>
          <a:prstGeom prst="rect">
            <a:avLst/>
          </a:prstGeom>
          <a:solidFill>
            <a:schemeClr val="bg1"/>
          </a:solidFill>
        </p:spPr>
        <p:style>
          <a:lnRef idx="0">
            <a:schemeClr val="accent2"/>
          </a:lnRef>
          <a:fillRef idx="3">
            <a:schemeClr val="accent2"/>
          </a:fillRef>
          <a:effectRef idx="3">
            <a:schemeClr val="accent2"/>
          </a:effectRef>
          <a:fontRef idx="minor">
            <a:schemeClr val="lt1"/>
          </a:fontRef>
        </p:style>
        <p:txBody>
          <a:bodyPr wrap="square" lIns="0" tIns="25718" rIns="0" bIns="25718" rtlCol="0" anchor="ctr" anchorCtr="0">
            <a:spAutoFit/>
          </a:bodyPr>
          <a:lstStyle/>
          <a:p>
            <a:pPr algn="ctr">
              <a:buClr>
                <a:srgbClr val="009900"/>
              </a:buClr>
              <a:buSzPct val="140000"/>
              <a:defRPr/>
            </a:pPr>
            <a:r>
              <a:rPr lang="en-US" sz="1013" b="1">
                <a:solidFill>
                  <a:prstClr val="black"/>
                </a:solidFill>
                <a:latin typeface="Arial" panose="020B0604020202020204" pitchFamily="34" charset="0"/>
                <a:cs typeface="Arial" panose="020B0604020202020204" pitchFamily="34" charset="0"/>
              </a:rPr>
              <a:t>0</a:t>
            </a:r>
          </a:p>
        </p:txBody>
      </p:sp>
    </p:spTree>
    <p:extLst>
      <p:ext uri="{BB962C8B-B14F-4D97-AF65-F5344CB8AC3E}">
        <p14:creationId xmlns:p14="http://schemas.microsoft.com/office/powerpoint/2010/main" val="73946095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BE6738-8BA1-45C4-883C-D1B769631D4A}"/>
              </a:ext>
            </a:extLst>
          </p:cNvPr>
          <p:cNvSpPr>
            <a:spLocks noGrp="1"/>
          </p:cNvSpPr>
          <p:nvPr>
            <p:ph type="title"/>
          </p:nvPr>
        </p:nvSpPr>
        <p:spPr>
          <a:xfrm>
            <a:off x="248675" y="965826"/>
            <a:ext cx="7551775" cy="495317"/>
          </a:xfrm>
        </p:spPr>
        <p:txBody>
          <a:bodyPr>
            <a:normAutofit/>
          </a:bodyPr>
          <a:lstStyle>
            <a:defPPr>
              <a:defRPr lang="en-US"/>
            </a:defPPr>
            <a:lvl1pPr marL="0" algn="l" defTabSz="144002" rtl="0" eaLnBrk="1" latinLnBrk="0" hangingPunct="1">
              <a:defRPr sz="567" kern="1200">
                <a:solidFill>
                  <a:schemeClr val="tx1"/>
                </a:solidFill>
                <a:latin typeface="+mn-lt"/>
                <a:ea typeface="+mn-ea"/>
                <a:cs typeface="+mn-cs"/>
              </a:defRPr>
            </a:lvl1pPr>
            <a:lvl2pPr marL="144002" algn="l" defTabSz="144002" rtl="0" eaLnBrk="1" latinLnBrk="0" hangingPunct="1">
              <a:defRPr sz="567" kern="1200">
                <a:solidFill>
                  <a:schemeClr val="tx1"/>
                </a:solidFill>
                <a:latin typeface="+mn-lt"/>
                <a:ea typeface="+mn-ea"/>
                <a:cs typeface="+mn-cs"/>
              </a:defRPr>
            </a:lvl2pPr>
            <a:lvl3pPr marL="288003" algn="l" defTabSz="144002" rtl="0" eaLnBrk="1" latinLnBrk="0" hangingPunct="1">
              <a:defRPr sz="567" kern="1200">
                <a:solidFill>
                  <a:schemeClr val="tx1"/>
                </a:solidFill>
                <a:latin typeface="+mn-lt"/>
                <a:ea typeface="+mn-ea"/>
                <a:cs typeface="+mn-cs"/>
              </a:defRPr>
            </a:lvl3pPr>
            <a:lvl4pPr marL="432005" algn="l" defTabSz="144002" rtl="0" eaLnBrk="1" latinLnBrk="0" hangingPunct="1">
              <a:defRPr sz="567" kern="1200">
                <a:solidFill>
                  <a:schemeClr val="tx1"/>
                </a:solidFill>
                <a:latin typeface="+mn-lt"/>
                <a:ea typeface="+mn-ea"/>
                <a:cs typeface="+mn-cs"/>
              </a:defRPr>
            </a:lvl4pPr>
            <a:lvl5pPr marL="576006" algn="l" defTabSz="144002" rtl="0" eaLnBrk="1" latinLnBrk="0" hangingPunct="1">
              <a:defRPr sz="567" kern="1200">
                <a:solidFill>
                  <a:schemeClr val="tx1"/>
                </a:solidFill>
                <a:latin typeface="+mn-lt"/>
                <a:ea typeface="+mn-ea"/>
                <a:cs typeface="+mn-cs"/>
              </a:defRPr>
            </a:lvl5pPr>
            <a:lvl6pPr marL="720008" algn="l" defTabSz="144002" rtl="0" eaLnBrk="1" latinLnBrk="0" hangingPunct="1">
              <a:defRPr sz="567" kern="1200">
                <a:solidFill>
                  <a:schemeClr val="tx1"/>
                </a:solidFill>
                <a:latin typeface="+mn-lt"/>
                <a:ea typeface="+mn-ea"/>
                <a:cs typeface="+mn-cs"/>
              </a:defRPr>
            </a:lvl6pPr>
            <a:lvl7pPr marL="864009" algn="l" defTabSz="144002" rtl="0" eaLnBrk="1" latinLnBrk="0" hangingPunct="1">
              <a:defRPr sz="567" kern="1200">
                <a:solidFill>
                  <a:schemeClr val="tx1"/>
                </a:solidFill>
                <a:latin typeface="+mn-lt"/>
                <a:ea typeface="+mn-ea"/>
                <a:cs typeface="+mn-cs"/>
              </a:defRPr>
            </a:lvl7pPr>
            <a:lvl8pPr marL="1008011" algn="l" defTabSz="144002" rtl="0" eaLnBrk="1" latinLnBrk="0" hangingPunct="1">
              <a:defRPr sz="567" kern="1200">
                <a:solidFill>
                  <a:schemeClr val="tx1"/>
                </a:solidFill>
                <a:latin typeface="+mn-lt"/>
                <a:ea typeface="+mn-ea"/>
                <a:cs typeface="+mn-cs"/>
              </a:defRPr>
            </a:lvl8pPr>
            <a:lvl9pPr marL="1152012" algn="l" defTabSz="144002" rtl="0" eaLnBrk="1" latinLnBrk="0" hangingPunct="1">
              <a:defRPr sz="567" kern="1200">
                <a:solidFill>
                  <a:schemeClr val="tx1"/>
                </a:solidFill>
                <a:latin typeface="+mn-lt"/>
                <a:ea typeface="+mn-ea"/>
                <a:cs typeface="+mn-cs"/>
              </a:defRPr>
            </a:lvl9pPr>
          </a:lstStyle>
          <a:p>
            <a:r>
              <a:rPr lang="en-US" sz="1000" dirty="0"/>
              <a:t>HSE KPI’S – UC-UB REPORTS</a:t>
            </a:r>
            <a:br>
              <a:rPr lang="en-US" sz="1000" dirty="0"/>
            </a:br>
            <a:endParaRPr lang="en-TT" sz="1000" dirty="0"/>
          </a:p>
        </p:txBody>
      </p:sp>
      <p:sp>
        <p:nvSpPr>
          <p:cNvPr id="5" name="Slide Number Placeholder 4">
            <a:extLst>
              <a:ext uri="{FF2B5EF4-FFF2-40B4-BE49-F238E27FC236}">
                <a16:creationId xmlns:a16="http://schemas.microsoft.com/office/drawing/2014/main" id="{12752BFF-04B7-4073-9832-4905107F32FB}"/>
              </a:ext>
            </a:extLst>
          </p:cNvPr>
          <p:cNvSpPr>
            <a:spLocks noGrp="1"/>
          </p:cNvSpPr>
          <p:nvPr>
            <p:ph type="sldNum" sz="quarter" idx="4"/>
          </p:nvPr>
        </p:nvSpPr>
        <p:spPr/>
        <p:txBody>
          <a:bodyPr/>
          <a:lstStyle>
            <a:defPPr>
              <a:defRPr lang="en-US"/>
            </a:defPPr>
            <a:lvl1pPr marL="0" algn="l" defTabSz="107996" rtl="0" eaLnBrk="1" latinLnBrk="0" hangingPunct="1">
              <a:defRPr sz="425" kern="1200">
                <a:solidFill>
                  <a:schemeClr val="tx1"/>
                </a:solidFill>
                <a:latin typeface="+mn-lt"/>
                <a:ea typeface="+mn-ea"/>
                <a:cs typeface="+mn-cs"/>
              </a:defRPr>
            </a:lvl1pPr>
            <a:lvl2pPr marL="107996" algn="l" defTabSz="107996" rtl="0" eaLnBrk="1" latinLnBrk="0" hangingPunct="1">
              <a:defRPr sz="425" kern="1200">
                <a:solidFill>
                  <a:schemeClr val="tx1"/>
                </a:solidFill>
                <a:latin typeface="+mn-lt"/>
                <a:ea typeface="+mn-ea"/>
                <a:cs typeface="+mn-cs"/>
              </a:defRPr>
            </a:lvl2pPr>
            <a:lvl3pPr marL="215990" algn="l" defTabSz="107996" rtl="0" eaLnBrk="1" latinLnBrk="0" hangingPunct="1">
              <a:defRPr sz="425" kern="1200">
                <a:solidFill>
                  <a:schemeClr val="tx1"/>
                </a:solidFill>
                <a:latin typeface="+mn-lt"/>
                <a:ea typeface="+mn-ea"/>
                <a:cs typeface="+mn-cs"/>
              </a:defRPr>
            </a:lvl3pPr>
            <a:lvl4pPr marL="323988" algn="l" defTabSz="107996" rtl="0" eaLnBrk="1" latinLnBrk="0" hangingPunct="1">
              <a:defRPr sz="425" kern="1200">
                <a:solidFill>
                  <a:schemeClr val="tx1"/>
                </a:solidFill>
                <a:latin typeface="+mn-lt"/>
                <a:ea typeface="+mn-ea"/>
                <a:cs typeface="+mn-cs"/>
              </a:defRPr>
            </a:lvl4pPr>
            <a:lvl5pPr marL="431984" algn="l" defTabSz="107996" rtl="0" eaLnBrk="1" latinLnBrk="0" hangingPunct="1">
              <a:defRPr sz="425" kern="1200">
                <a:solidFill>
                  <a:schemeClr val="tx1"/>
                </a:solidFill>
                <a:latin typeface="+mn-lt"/>
                <a:ea typeface="+mn-ea"/>
                <a:cs typeface="+mn-cs"/>
              </a:defRPr>
            </a:lvl5pPr>
            <a:lvl6pPr marL="539980" algn="l" defTabSz="107996" rtl="0" eaLnBrk="1" latinLnBrk="0" hangingPunct="1">
              <a:defRPr sz="425" kern="1200">
                <a:solidFill>
                  <a:schemeClr val="tx1"/>
                </a:solidFill>
                <a:latin typeface="+mn-lt"/>
                <a:ea typeface="+mn-ea"/>
                <a:cs typeface="+mn-cs"/>
              </a:defRPr>
            </a:lvl6pPr>
            <a:lvl7pPr marL="647975" algn="l" defTabSz="107996" rtl="0" eaLnBrk="1" latinLnBrk="0" hangingPunct="1">
              <a:defRPr sz="425" kern="1200">
                <a:solidFill>
                  <a:schemeClr val="tx1"/>
                </a:solidFill>
                <a:latin typeface="+mn-lt"/>
                <a:ea typeface="+mn-ea"/>
                <a:cs typeface="+mn-cs"/>
              </a:defRPr>
            </a:lvl7pPr>
            <a:lvl8pPr marL="755970" algn="l" defTabSz="107996" rtl="0" eaLnBrk="1" latinLnBrk="0" hangingPunct="1">
              <a:defRPr sz="425" kern="1200">
                <a:solidFill>
                  <a:schemeClr val="tx1"/>
                </a:solidFill>
                <a:latin typeface="+mn-lt"/>
                <a:ea typeface="+mn-ea"/>
                <a:cs typeface="+mn-cs"/>
              </a:defRPr>
            </a:lvl8pPr>
            <a:lvl9pPr marL="863966" algn="l" defTabSz="107996" rtl="0" eaLnBrk="1" latinLnBrk="0" hangingPunct="1">
              <a:defRPr sz="425" kern="1200">
                <a:solidFill>
                  <a:schemeClr val="tx1"/>
                </a:solidFill>
                <a:latin typeface="+mn-lt"/>
                <a:ea typeface="+mn-ea"/>
                <a:cs typeface="+mn-cs"/>
              </a:defRPr>
            </a:lvl9pPr>
          </a:lstStyle>
          <a:p>
            <a:fld id="{5E89B1FD-11B0-0F4B-A0BD-A76170B314AE}" type="slidenum">
              <a:rPr lang="en-US" smtClean="0">
                <a:solidFill>
                  <a:schemeClr val="bg1"/>
                </a:solidFill>
              </a:rPr>
              <a:pPr/>
              <a:t>3</a:t>
            </a:fld>
            <a:endParaRPr lang="en-US" sz="450">
              <a:solidFill>
                <a:schemeClr val="bg1"/>
              </a:solidFill>
            </a:endParaRPr>
          </a:p>
        </p:txBody>
      </p:sp>
      <p:pic>
        <p:nvPicPr>
          <p:cNvPr id="6" name="Picture 70" descr="A picture containing drawing, clock&#10;&#10;Description automatically generated">
            <a:extLst>
              <a:ext uri="{FF2B5EF4-FFF2-40B4-BE49-F238E27FC236}">
                <a16:creationId xmlns:a16="http://schemas.microsoft.com/office/drawing/2014/main" id="{46ADB36E-33BD-4499-A551-B2999C606170}"/>
              </a:ext>
            </a:extLst>
          </p:cNvPr>
          <p:cNvPicPr>
            <a:picLocks noChangeAspect="1"/>
          </p:cNvPicPr>
          <p:nvPr/>
        </p:nvPicPr>
        <p:blipFill>
          <a:blip r:embed="rId4"/>
          <a:stretch>
            <a:fillRect/>
          </a:stretch>
        </p:blipFill>
        <p:spPr>
          <a:xfrm>
            <a:off x="16222" y="5172750"/>
            <a:ext cx="813203" cy="828000"/>
          </a:xfrm>
          <a:prstGeom prst="rect">
            <a:avLst/>
          </a:prstGeom>
        </p:spPr>
      </p:pic>
      <p:sp>
        <p:nvSpPr>
          <p:cNvPr id="11" name="Text Placeholder 4">
            <a:extLst>
              <a:ext uri="{FF2B5EF4-FFF2-40B4-BE49-F238E27FC236}">
                <a16:creationId xmlns:a16="http://schemas.microsoft.com/office/drawing/2014/main" id="{9EBDDD1A-25B2-4342-A4ED-7013EA2EE7FD}"/>
              </a:ext>
            </a:extLst>
          </p:cNvPr>
          <p:cNvSpPr txBox="1">
            <a:spLocks/>
          </p:cNvSpPr>
          <p:nvPr/>
        </p:nvSpPr>
        <p:spPr>
          <a:xfrm>
            <a:off x="248676" y="965825"/>
            <a:ext cx="7551775" cy="357545"/>
          </a:xfrm>
          <a:prstGeom prst="rect">
            <a:avLst/>
          </a:prstGeom>
        </p:spPr>
        <p:txBody>
          <a:bodyPr>
            <a:noAutofit/>
          </a:bodyPr>
          <a:lstStyle>
            <a:lvl1pPr marL="0" marR="0" indent="0" algn="l" defTabSz="309555" rtl="0" eaLnBrk="1" fontAlgn="auto" latinLnBrk="0" hangingPunct="1">
              <a:lnSpc>
                <a:spcPct val="100000"/>
              </a:lnSpc>
              <a:spcBef>
                <a:spcPts val="2213"/>
              </a:spcBef>
              <a:spcAft>
                <a:spcPts val="0"/>
              </a:spcAft>
              <a:buClrTx/>
              <a:buSzPct val="125000"/>
              <a:buFontTx/>
              <a:buNone/>
              <a:tabLst/>
              <a:defRPr sz="1200" b="0" i="0" u="none" strike="noStrike" cap="all" spc="0" baseline="0">
                <a:solidFill>
                  <a:srgbClr val="000000"/>
                </a:solidFill>
                <a:uFillTx/>
                <a:latin typeface="Trebuchet MS" panose="020B0703020202090204" pitchFamily="34" charset="0"/>
                <a:ea typeface="Open Sans Regular"/>
                <a:cs typeface="Open Sans Regular"/>
                <a:sym typeface="Open Sans Regular"/>
              </a:defRPr>
            </a:lvl1pPr>
            <a:lvl2pPr marL="476239" marR="0" indent="-238119"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2pPr>
            <a:lvl3pPr marL="714357" marR="0" indent="-238119"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3pPr>
            <a:lvl4pPr marL="952476" marR="0" indent="-238119"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4pPr>
            <a:lvl5pPr marL="1190596" marR="0" indent="-238119"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5pPr>
            <a:lvl6pPr marL="1389028" marR="0" indent="-198432"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6pPr>
            <a:lvl7pPr marL="1627146" marR="0" indent="-198432"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7pPr>
            <a:lvl8pPr marL="1865265" marR="0" indent="-198432"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8pPr>
            <a:lvl9pPr marL="2103385" marR="0" indent="-198432"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9pPr>
          </a:lstStyle>
          <a:p>
            <a:r>
              <a:rPr lang="en-US" sz="900" kern="0" dirty="0"/>
              <a:t>CBG, SAFETY Report august ‘26</a:t>
            </a:r>
          </a:p>
          <a:p>
            <a:r>
              <a:rPr lang="en-US" sz="900" kern="0" dirty="0"/>
              <a:t> </a:t>
            </a:r>
          </a:p>
          <a:p>
            <a:r>
              <a:rPr lang="en-US" sz="900" kern="0" dirty="0"/>
              <a:t> </a:t>
            </a:r>
          </a:p>
          <a:p>
            <a:endParaRPr lang="en-TT" sz="900" kern="0" dirty="0"/>
          </a:p>
        </p:txBody>
      </p:sp>
      <p:sp>
        <p:nvSpPr>
          <p:cNvPr id="16" name="Rectangle: Rounded Corners 15">
            <a:extLst>
              <a:ext uri="{FF2B5EF4-FFF2-40B4-BE49-F238E27FC236}">
                <a16:creationId xmlns:a16="http://schemas.microsoft.com/office/drawing/2014/main" id="{08FC94A4-7120-4C1D-AF42-46BFB4819D33}"/>
              </a:ext>
            </a:extLst>
          </p:cNvPr>
          <p:cNvSpPr/>
          <p:nvPr/>
        </p:nvSpPr>
        <p:spPr>
          <a:xfrm>
            <a:off x="3009393" y="1186210"/>
            <a:ext cx="2580369" cy="357545"/>
          </a:xfrm>
          <a:prstGeom prst="roundRect">
            <a:avLst/>
          </a:prstGeom>
          <a:solidFill>
            <a:schemeClr val="accent1">
              <a:lumMod val="40000"/>
              <a:lumOff val="60000"/>
            </a:schemeClr>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619125" hangingPunct="0"/>
            <a:r>
              <a:rPr lang="en-US" sz="1050" b="1" dirty="0">
                <a:solidFill>
                  <a:srgbClr val="000000"/>
                </a:solidFill>
                <a:latin typeface="Helvetica Neue Medium"/>
                <a:ea typeface="Helvetica Neue Medium"/>
                <a:cs typeface="Helvetica Neue Medium"/>
                <a:sym typeface="Helvetica Neue Medium"/>
              </a:rPr>
              <a:t>CBG UC-UB Reporting 2026 Actual vs Budget &amp; 2025</a:t>
            </a:r>
          </a:p>
        </p:txBody>
      </p:sp>
      <p:pic>
        <p:nvPicPr>
          <p:cNvPr id="9" name="Picture 8">
            <a:extLst>
              <a:ext uri="{FF2B5EF4-FFF2-40B4-BE49-F238E27FC236}">
                <a16:creationId xmlns:a16="http://schemas.microsoft.com/office/drawing/2014/main" id="{AE9F40AD-4631-1FC0-1AA1-04A68295D846}"/>
              </a:ext>
            </a:extLst>
          </p:cNvPr>
          <p:cNvPicPr>
            <a:picLocks noChangeAspect="1"/>
          </p:cNvPicPr>
          <p:nvPr/>
        </p:nvPicPr>
        <p:blipFill>
          <a:blip r:embed="rId5"/>
          <a:stretch>
            <a:fillRect/>
          </a:stretch>
        </p:blipFill>
        <p:spPr>
          <a:xfrm>
            <a:off x="1046560" y="1896237"/>
            <a:ext cx="6707981" cy="2914650"/>
          </a:xfrm>
          <a:prstGeom prst="rect">
            <a:avLst/>
          </a:prstGeom>
        </p:spPr>
      </p:pic>
    </p:spTree>
    <p:extLst>
      <p:ext uri="{BB962C8B-B14F-4D97-AF65-F5344CB8AC3E}">
        <p14:creationId xmlns:p14="http://schemas.microsoft.com/office/powerpoint/2010/main" val="3821738640"/>
      </p:ext>
    </p:extLst>
  </p:cSld>
  <p:clrMapOvr>
    <a:masterClrMapping/>
  </p:clrMapOvr>
  <p:transition spd="med"/>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BE6738-8BA1-45C4-883C-D1B769631D4A}"/>
              </a:ext>
            </a:extLst>
          </p:cNvPr>
          <p:cNvSpPr>
            <a:spLocks noGrp="1"/>
          </p:cNvSpPr>
          <p:nvPr>
            <p:ph type="title"/>
          </p:nvPr>
        </p:nvSpPr>
        <p:spPr>
          <a:xfrm>
            <a:off x="248677" y="931177"/>
            <a:ext cx="7551773" cy="401969"/>
          </a:xfrm>
        </p:spPr>
        <p:txBody>
          <a:bodyPr>
            <a:normAutofit fontScale="90000"/>
          </a:bodyPr>
          <a:lstStyle>
            <a:defPPr>
              <a:defRPr lang="en-US"/>
            </a:defPPr>
            <a:lvl1pPr marL="0" algn="l" defTabSz="144002" rtl="0" eaLnBrk="1" latinLnBrk="0" hangingPunct="1">
              <a:defRPr sz="567" kern="1200">
                <a:solidFill>
                  <a:schemeClr val="tx1"/>
                </a:solidFill>
                <a:latin typeface="+mn-lt"/>
                <a:ea typeface="+mn-ea"/>
                <a:cs typeface="+mn-cs"/>
              </a:defRPr>
            </a:lvl1pPr>
            <a:lvl2pPr marL="144002" algn="l" defTabSz="144002" rtl="0" eaLnBrk="1" latinLnBrk="0" hangingPunct="1">
              <a:defRPr sz="567" kern="1200">
                <a:solidFill>
                  <a:schemeClr val="tx1"/>
                </a:solidFill>
                <a:latin typeface="+mn-lt"/>
                <a:ea typeface="+mn-ea"/>
                <a:cs typeface="+mn-cs"/>
              </a:defRPr>
            </a:lvl2pPr>
            <a:lvl3pPr marL="288003" algn="l" defTabSz="144002" rtl="0" eaLnBrk="1" latinLnBrk="0" hangingPunct="1">
              <a:defRPr sz="567" kern="1200">
                <a:solidFill>
                  <a:schemeClr val="tx1"/>
                </a:solidFill>
                <a:latin typeface="+mn-lt"/>
                <a:ea typeface="+mn-ea"/>
                <a:cs typeface="+mn-cs"/>
              </a:defRPr>
            </a:lvl3pPr>
            <a:lvl4pPr marL="432005" algn="l" defTabSz="144002" rtl="0" eaLnBrk="1" latinLnBrk="0" hangingPunct="1">
              <a:defRPr sz="567" kern="1200">
                <a:solidFill>
                  <a:schemeClr val="tx1"/>
                </a:solidFill>
                <a:latin typeface="+mn-lt"/>
                <a:ea typeface="+mn-ea"/>
                <a:cs typeface="+mn-cs"/>
              </a:defRPr>
            </a:lvl4pPr>
            <a:lvl5pPr marL="576006" algn="l" defTabSz="144002" rtl="0" eaLnBrk="1" latinLnBrk="0" hangingPunct="1">
              <a:defRPr sz="567" kern="1200">
                <a:solidFill>
                  <a:schemeClr val="tx1"/>
                </a:solidFill>
                <a:latin typeface="+mn-lt"/>
                <a:ea typeface="+mn-ea"/>
                <a:cs typeface="+mn-cs"/>
              </a:defRPr>
            </a:lvl5pPr>
            <a:lvl6pPr marL="720008" algn="l" defTabSz="144002" rtl="0" eaLnBrk="1" latinLnBrk="0" hangingPunct="1">
              <a:defRPr sz="567" kern="1200">
                <a:solidFill>
                  <a:schemeClr val="tx1"/>
                </a:solidFill>
                <a:latin typeface="+mn-lt"/>
                <a:ea typeface="+mn-ea"/>
                <a:cs typeface="+mn-cs"/>
              </a:defRPr>
            </a:lvl6pPr>
            <a:lvl7pPr marL="864009" algn="l" defTabSz="144002" rtl="0" eaLnBrk="1" latinLnBrk="0" hangingPunct="1">
              <a:defRPr sz="567" kern="1200">
                <a:solidFill>
                  <a:schemeClr val="tx1"/>
                </a:solidFill>
                <a:latin typeface="+mn-lt"/>
                <a:ea typeface="+mn-ea"/>
                <a:cs typeface="+mn-cs"/>
              </a:defRPr>
            </a:lvl7pPr>
            <a:lvl8pPr marL="1008011" algn="l" defTabSz="144002" rtl="0" eaLnBrk="1" latinLnBrk="0" hangingPunct="1">
              <a:defRPr sz="567" kern="1200">
                <a:solidFill>
                  <a:schemeClr val="tx1"/>
                </a:solidFill>
                <a:latin typeface="+mn-lt"/>
                <a:ea typeface="+mn-ea"/>
                <a:cs typeface="+mn-cs"/>
              </a:defRPr>
            </a:lvl8pPr>
            <a:lvl9pPr marL="1152012" algn="l" defTabSz="144002" rtl="0" eaLnBrk="1" latinLnBrk="0" hangingPunct="1">
              <a:defRPr sz="567" kern="1200">
                <a:solidFill>
                  <a:schemeClr val="tx1"/>
                </a:solidFill>
                <a:latin typeface="+mn-lt"/>
                <a:ea typeface="+mn-ea"/>
                <a:cs typeface="+mn-cs"/>
              </a:defRPr>
            </a:lvl9pPr>
          </a:lstStyle>
          <a:p>
            <a:pPr defTabSz="232166">
              <a:spcBef>
                <a:spcPts val="1660"/>
              </a:spcBef>
              <a:buSzPct val="125000"/>
              <a:defRPr/>
            </a:pPr>
            <a:br>
              <a:rPr lang="en-TT" sz="900" b="0" kern="0" cap="all" dirty="0">
                <a:solidFill>
                  <a:srgbClr val="000000"/>
                </a:solidFill>
                <a:latin typeface="Trebuchet MS" panose="020B0703020202090204" pitchFamily="34" charset="0"/>
                <a:sym typeface="Open Sans Regular"/>
              </a:rPr>
            </a:br>
            <a:br>
              <a:rPr lang="en-TT" sz="900" b="0" kern="0" cap="all" dirty="0">
                <a:solidFill>
                  <a:srgbClr val="000000"/>
                </a:solidFill>
                <a:latin typeface="Trebuchet MS" panose="020B0703020202090204" pitchFamily="34" charset="0"/>
                <a:sym typeface="Open Sans Regular"/>
              </a:rPr>
            </a:br>
            <a:r>
              <a:rPr lang="en-US" sz="1000" dirty="0"/>
              <a:t>HSE KPI’S – ACCIDENTS</a:t>
            </a:r>
            <a:endParaRPr lang="en-TT" sz="1000" dirty="0"/>
          </a:p>
        </p:txBody>
      </p:sp>
      <p:sp>
        <p:nvSpPr>
          <p:cNvPr id="5" name="Slide Number Placeholder 4">
            <a:extLst>
              <a:ext uri="{FF2B5EF4-FFF2-40B4-BE49-F238E27FC236}">
                <a16:creationId xmlns:a16="http://schemas.microsoft.com/office/drawing/2014/main" id="{12752BFF-04B7-4073-9832-4905107F32FB}"/>
              </a:ext>
            </a:extLst>
          </p:cNvPr>
          <p:cNvSpPr>
            <a:spLocks noGrp="1"/>
          </p:cNvSpPr>
          <p:nvPr>
            <p:ph type="sldNum" sz="quarter" idx="4"/>
          </p:nvPr>
        </p:nvSpPr>
        <p:spPr/>
        <p:txBody>
          <a:bodyPr/>
          <a:lstStyle>
            <a:defPPr>
              <a:defRPr lang="en-US"/>
            </a:defPPr>
            <a:lvl1pPr marL="0" algn="l" defTabSz="107996" rtl="0" eaLnBrk="1" latinLnBrk="0" hangingPunct="1">
              <a:defRPr sz="425" kern="1200">
                <a:solidFill>
                  <a:schemeClr val="tx1"/>
                </a:solidFill>
                <a:latin typeface="+mn-lt"/>
                <a:ea typeface="+mn-ea"/>
                <a:cs typeface="+mn-cs"/>
              </a:defRPr>
            </a:lvl1pPr>
            <a:lvl2pPr marL="107996" algn="l" defTabSz="107996" rtl="0" eaLnBrk="1" latinLnBrk="0" hangingPunct="1">
              <a:defRPr sz="425" kern="1200">
                <a:solidFill>
                  <a:schemeClr val="tx1"/>
                </a:solidFill>
                <a:latin typeface="+mn-lt"/>
                <a:ea typeface="+mn-ea"/>
                <a:cs typeface="+mn-cs"/>
              </a:defRPr>
            </a:lvl2pPr>
            <a:lvl3pPr marL="215990" algn="l" defTabSz="107996" rtl="0" eaLnBrk="1" latinLnBrk="0" hangingPunct="1">
              <a:defRPr sz="425" kern="1200">
                <a:solidFill>
                  <a:schemeClr val="tx1"/>
                </a:solidFill>
                <a:latin typeface="+mn-lt"/>
                <a:ea typeface="+mn-ea"/>
                <a:cs typeface="+mn-cs"/>
              </a:defRPr>
            </a:lvl3pPr>
            <a:lvl4pPr marL="323988" algn="l" defTabSz="107996" rtl="0" eaLnBrk="1" latinLnBrk="0" hangingPunct="1">
              <a:defRPr sz="425" kern="1200">
                <a:solidFill>
                  <a:schemeClr val="tx1"/>
                </a:solidFill>
                <a:latin typeface="+mn-lt"/>
                <a:ea typeface="+mn-ea"/>
                <a:cs typeface="+mn-cs"/>
              </a:defRPr>
            </a:lvl4pPr>
            <a:lvl5pPr marL="431984" algn="l" defTabSz="107996" rtl="0" eaLnBrk="1" latinLnBrk="0" hangingPunct="1">
              <a:defRPr sz="425" kern="1200">
                <a:solidFill>
                  <a:schemeClr val="tx1"/>
                </a:solidFill>
                <a:latin typeface="+mn-lt"/>
                <a:ea typeface="+mn-ea"/>
                <a:cs typeface="+mn-cs"/>
              </a:defRPr>
            </a:lvl5pPr>
            <a:lvl6pPr marL="539980" algn="l" defTabSz="107996" rtl="0" eaLnBrk="1" latinLnBrk="0" hangingPunct="1">
              <a:defRPr sz="425" kern="1200">
                <a:solidFill>
                  <a:schemeClr val="tx1"/>
                </a:solidFill>
                <a:latin typeface="+mn-lt"/>
                <a:ea typeface="+mn-ea"/>
                <a:cs typeface="+mn-cs"/>
              </a:defRPr>
            </a:lvl6pPr>
            <a:lvl7pPr marL="647975" algn="l" defTabSz="107996" rtl="0" eaLnBrk="1" latinLnBrk="0" hangingPunct="1">
              <a:defRPr sz="425" kern="1200">
                <a:solidFill>
                  <a:schemeClr val="tx1"/>
                </a:solidFill>
                <a:latin typeface="+mn-lt"/>
                <a:ea typeface="+mn-ea"/>
                <a:cs typeface="+mn-cs"/>
              </a:defRPr>
            </a:lvl7pPr>
            <a:lvl8pPr marL="755970" algn="l" defTabSz="107996" rtl="0" eaLnBrk="1" latinLnBrk="0" hangingPunct="1">
              <a:defRPr sz="425" kern="1200">
                <a:solidFill>
                  <a:schemeClr val="tx1"/>
                </a:solidFill>
                <a:latin typeface="+mn-lt"/>
                <a:ea typeface="+mn-ea"/>
                <a:cs typeface="+mn-cs"/>
              </a:defRPr>
            </a:lvl8pPr>
            <a:lvl9pPr marL="863966" algn="l" defTabSz="107996" rtl="0" eaLnBrk="1" latinLnBrk="0" hangingPunct="1">
              <a:defRPr sz="425" kern="1200">
                <a:solidFill>
                  <a:schemeClr val="tx1"/>
                </a:solidFill>
                <a:latin typeface="+mn-lt"/>
                <a:ea typeface="+mn-ea"/>
                <a:cs typeface="+mn-cs"/>
              </a:defRPr>
            </a:lvl9pPr>
          </a:lstStyle>
          <a:p>
            <a:fld id="{5E89B1FD-11B0-0F4B-A0BD-A76170B314AE}" type="slidenum">
              <a:rPr lang="en-US" smtClean="0">
                <a:solidFill>
                  <a:schemeClr val="bg1"/>
                </a:solidFill>
              </a:rPr>
              <a:pPr/>
              <a:t>4</a:t>
            </a:fld>
            <a:endParaRPr lang="en-US" sz="450">
              <a:solidFill>
                <a:schemeClr val="bg1"/>
              </a:solidFill>
            </a:endParaRPr>
          </a:p>
        </p:txBody>
      </p:sp>
      <p:pic>
        <p:nvPicPr>
          <p:cNvPr id="6" name="Picture 70" descr="A picture containing drawing, clock&#10;&#10;Description automatically generated">
            <a:extLst>
              <a:ext uri="{FF2B5EF4-FFF2-40B4-BE49-F238E27FC236}">
                <a16:creationId xmlns:a16="http://schemas.microsoft.com/office/drawing/2014/main" id="{46ADB36E-33BD-4499-A551-B2999C606170}"/>
              </a:ext>
            </a:extLst>
          </p:cNvPr>
          <p:cNvPicPr>
            <a:picLocks noChangeAspect="1"/>
          </p:cNvPicPr>
          <p:nvPr/>
        </p:nvPicPr>
        <p:blipFill>
          <a:blip r:embed="rId3"/>
          <a:stretch>
            <a:fillRect/>
          </a:stretch>
        </p:blipFill>
        <p:spPr>
          <a:xfrm>
            <a:off x="16222" y="5172750"/>
            <a:ext cx="813203" cy="828000"/>
          </a:xfrm>
          <a:prstGeom prst="rect">
            <a:avLst/>
          </a:prstGeom>
        </p:spPr>
      </p:pic>
      <p:sp>
        <p:nvSpPr>
          <p:cNvPr id="10" name="Text Placeholder 4">
            <a:extLst>
              <a:ext uri="{FF2B5EF4-FFF2-40B4-BE49-F238E27FC236}">
                <a16:creationId xmlns:a16="http://schemas.microsoft.com/office/drawing/2014/main" id="{B63EC815-9973-4598-9A71-6C0AAD19398F}"/>
              </a:ext>
            </a:extLst>
          </p:cNvPr>
          <p:cNvSpPr txBox="1">
            <a:spLocks/>
          </p:cNvSpPr>
          <p:nvPr/>
        </p:nvSpPr>
        <p:spPr>
          <a:xfrm>
            <a:off x="248677" y="1009531"/>
            <a:ext cx="7551773" cy="323615"/>
          </a:xfrm>
          <a:prstGeom prst="rect">
            <a:avLst/>
          </a:prstGeom>
        </p:spPr>
        <p:txBody>
          <a:bodyPr>
            <a:noAutofit/>
          </a:bodyPr>
          <a:lstStyle>
            <a:lvl1pPr marL="0" marR="0" indent="0" algn="l" defTabSz="309555" rtl="0" eaLnBrk="1" fontAlgn="auto" latinLnBrk="0" hangingPunct="1">
              <a:lnSpc>
                <a:spcPct val="100000"/>
              </a:lnSpc>
              <a:spcBef>
                <a:spcPts val="2213"/>
              </a:spcBef>
              <a:spcAft>
                <a:spcPts val="0"/>
              </a:spcAft>
              <a:buClrTx/>
              <a:buSzPct val="125000"/>
              <a:buFontTx/>
              <a:buNone/>
              <a:tabLst/>
              <a:defRPr sz="1200" b="0" i="0" u="none" strike="noStrike" cap="all" spc="0" baseline="0">
                <a:solidFill>
                  <a:srgbClr val="000000"/>
                </a:solidFill>
                <a:uFillTx/>
                <a:latin typeface="Trebuchet MS" panose="020B0703020202090204" pitchFamily="34" charset="0"/>
                <a:ea typeface="Open Sans Regular"/>
                <a:cs typeface="Open Sans Regular"/>
                <a:sym typeface="Open Sans Regular"/>
              </a:defRPr>
            </a:lvl1pPr>
            <a:lvl2pPr marL="476239" marR="0" indent="-238119"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2pPr>
            <a:lvl3pPr marL="714357" marR="0" indent="-238119"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3pPr>
            <a:lvl4pPr marL="952476" marR="0" indent="-238119"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4pPr>
            <a:lvl5pPr marL="1190596" marR="0" indent="-238119"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5pPr>
            <a:lvl6pPr marL="1389028" marR="0" indent="-198432"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6pPr>
            <a:lvl7pPr marL="1627146" marR="0" indent="-198432"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7pPr>
            <a:lvl8pPr marL="1865265" marR="0" indent="-198432"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8pPr>
            <a:lvl9pPr marL="2103385" marR="0" indent="-198432"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9pPr>
          </a:lstStyle>
          <a:p>
            <a:pPr algn="just"/>
            <a:r>
              <a:rPr lang="en-US" sz="900" kern="0" dirty="0"/>
              <a:t>CBG, SAFETY REPORT, Aug 2026</a:t>
            </a:r>
          </a:p>
          <a:p>
            <a:pPr algn="just"/>
            <a:endParaRPr lang="en-US" sz="900" kern="0" dirty="0"/>
          </a:p>
          <a:p>
            <a:endParaRPr lang="en-US" sz="900" kern="0" dirty="0"/>
          </a:p>
          <a:p>
            <a:endParaRPr lang="en-TT" sz="900" kern="0" dirty="0"/>
          </a:p>
        </p:txBody>
      </p:sp>
      <p:pic>
        <p:nvPicPr>
          <p:cNvPr id="9" name="Picture 8">
            <a:extLst>
              <a:ext uri="{FF2B5EF4-FFF2-40B4-BE49-F238E27FC236}">
                <a16:creationId xmlns:a16="http://schemas.microsoft.com/office/drawing/2014/main" id="{2213C402-E1F8-900E-0C89-44B54FA4A254}"/>
              </a:ext>
            </a:extLst>
          </p:cNvPr>
          <p:cNvPicPr>
            <a:picLocks noChangeAspect="1"/>
          </p:cNvPicPr>
          <p:nvPr/>
        </p:nvPicPr>
        <p:blipFill>
          <a:blip r:embed="rId4"/>
          <a:stretch>
            <a:fillRect/>
          </a:stretch>
        </p:blipFill>
        <p:spPr>
          <a:xfrm>
            <a:off x="963121" y="1723501"/>
            <a:ext cx="6765131" cy="3241691"/>
          </a:xfrm>
          <a:prstGeom prst="rect">
            <a:avLst/>
          </a:prstGeom>
        </p:spPr>
      </p:pic>
    </p:spTree>
    <p:extLst>
      <p:ext uri="{BB962C8B-B14F-4D97-AF65-F5344CB8AC3E}">
        <p14:creationId xmlns:p14="http://schemas.microsoft.com/office/powerpoint/2010/main" val="423357648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BE6738-8BA1-45C4-883C-D1B769631D4A}"/>
              </a:ext>
            </a:extLst>
          </p:cNvPr>
          <p:cNvSpPr>
            <a:spLocks noGrp="1"/>
          </p:cNvSpPr>
          <p:nvPr>
            <p:ph type="title"/>
          </p:nvPr>
        </p:nvSpPr>
        <p:spPr>
          <a:xfrm>
            <a:off x="248677" y="1019725"/>
            <a:ext cx="7551773" cy="313421"/>
          </a:xfrm>
        </p:spPr>
        <p:txBody>
          <a:bodyPr>
            <a:normAutofit fontScale="90000"/>
          </a:bodyPr>
          <a:lstStyle>
            <a:defPPr>
              <a:defRPr lang="en-US"/>
            </a:defPPr>
            <a:lvl1pPr marL="0" algn="l" defTabSz="144002" rtl="0" eaLnBrk="1" latinLnBrk="0" hangingPunct="1">
              <a:defRPr sz="567" kern="1200">
                <a:solidFill>
                  <a:schemeClr val="tx1"/>
                </a:solidFill>
                <a:latin typeface="+mn-lt"/>
                <a:ea typeface="+mn-ea"/>
                <a:cs typeface="+mn-cs"/>
              </a:defRPr>
            </a:lvl1pPr>
            <a:lvl2pPr marL="144002" algn="l" defTabSz="144002" rtl="0" eaLnBrk="1" latinLnBrk="0" hangingPunct="1">
              <a:defRPr sz="567" kern="1200">
                <a:solidFill>
                  <a:schemeClr val="tx1"/>
                </a:solidFill>
                <a:latin typeface="+mn-lt"/>
                <a:ea typeface="+mn-ea"/>
                <a:cs typeface="+mn-cs"/>
              </a:defRPr>
            </a:lvl2pPr>
            <a:lvl3pPr marL="288003" algn="l" defTabSz="144002" rtl="0" eaLnBrk="1" latinLnBrk="0" hangingPunct="1">
              <a:defRPr sz="567" kern="1200">
                <a:solidFill>
                  <a:schemeClr val="tx1"/>
                </a:solidFill>
                <a:latin typeface="+mn-lt"/>
                <a:ea typeface="+mn-ea"/>
                <a:cs typeface="+mn-cs"/>
              </a:defRPr>
            </a:lvl3pPr>
            <a:lvl4pPr marL="432005" algn="l" defTabSz="144002" rtl="0" eaLnBrk="1" latinLnBrk="0" hangingPunct="1">
              <a:defRPr sz="567" kern="1200">
                <a:solidFill>
                  <a:schemeClr val="tx1"/>
                </a:solidFill>
                <a:latin typeface="+mn-lt"/>
                <a:ea typeface="+mn-ea"/>
                <a:cs typeface="+mn-cs"/>
              </a:defRPr>
            </a:lvl4pPr>
            <a:lvl5pPr marL="576006" algn="l" defTabSz="144002" rtl="0" eaLnBrk="1" latinLnBrk="0" hangingPunct="1">
              <a:defRPr sz="567" kern="1200">
                <a:solidFill>
                  <a:schemeClr val="tx1"/>
                </a:solidFill>
                <a:latin typeface="+mn-lt"/>
                <a:ea typeface="+mn-ea"/>
                <a:cs typeface="+mn-cs"/>
              </a:defRPr>
            </a:lvl5pPr>
            <a:lvl6pPr marL="720008" algn="l" defTabSz="144002" rtl="0" eaLnBrk="1" latinLnBrk="0" hangingPunct="1">
              <a:defRPr sz="567" kern="1200">
                <a:solidFill>
                  <a:schemeClr val="tx1"/>
                </a:solidFill>
                <a:latin typeface="+mn-lt"/>
                <a:ea typeface="+mn-ea"/>
                <a:cs typeface="+mn-cs"/>
              </a:defRPr>
            </a:lvl6pPr>
            <a:lvl7pPr marL="864009" algn="l" defTabSz="144002" rtl="0" eaLnBrk="1" latinLnBrk="0" hangingPunct="1">
              <a:defRPr sz="567" kern="1200">
                <a:solidFill>
                  <a:schemeClr val="tx1"/>
                </a:solidFill>
                <a:latin typeface="+mn-lt"/>
                <a:ea typeface="+mn-ea"/>
                <a:cs typeface="+mn-cs"/>
              </a:defRPr>
            </a:lvl7pPr>
            <a:lvl8pPr marL="1008011" algn="l" defTabSz="144002" rtl="0" eaLnBrk="1" latinLnBrk="0" hangingPunct="1">
              <a:defRPr sz="567" kern="1200">
                <a:solidFill>
                  <a:schemeClr val="tx1"/>
                </a:solidFill>
                <a:latin typeface="+mn-lt"/>
                <a:ea typeface="+mn-ea"/>
                <a:cs typeface="+mn-cs"/>
              </a:defRPr>
            </a:lvl8pPr>
            <a:lvl9pPr marL="1152012" algn="l" defTabSz="144002" rtl="0" eaLnBrk="1" latinLnBrk="0" hangingPunct="1">
              <a:defRPr sz="567" kern="1200">
                <a:solidFill>
                  <a:schemeClr val="tx1"/>
                </a:solidFill>
                <a:latin typeface="+mn-lt"/>
                <a:ea typeface="+mn-ea"/>
                <a:cs typeface="+mn-cs"/>
              </a:defRPr>
            </a:lvl9pPr>
          </a:lstStyle>
          <a:p>
            <a:pPr defTabSz="232166">
              <a:spcBef>
                <a:spcPts val="1660"/>
              </a:spcBef>
              <a:buSzPct val="125000"/>
              <a:defRPr/>
            </a:pPr>
            <a:br>
              <a:rPr lang="en-US" sz="1000" dirty="0"/>
            </a:br>
            <a:br>
              <a:rPr lang="en-US" sz="1000" dirty="0"/>
            </a:br>
            <a:r>
              <a:rPr lang="en-US" sz="1000" dirty="0"/>
              <a:t>KPI’S – AUDITS</a:t>
            </a:r>
            <a:endParaRPr lang="en-TT" sz="1000" dirty="0"/>
          </a:p>
        </p:txBody>
      </p:sp>
      <p:sp>
        <p:nvSpPr>
          <p:cNvPr id="5" name="Slide Number Placeholder 4">
            <a:extLst>
              <a:ext uri="{FF2B5EF4-FFF2-40B4-BE49-F238E27FC236}">
                <a16:creationId xmlns:a16="http://schemas.microsoft.com/office/drawing/2014/main" id="{12752BFF-04B7-4073-9832-4905107F32FB}"/>
              </a:ext>
            </a:extLst>
          </p:cNvPr>
          <p:cNvSpPr>
            <a:spLocks noGrp="1"/>
          </p:cNvSpPr>
          <p:nvPr>
            <p:ph type="sldNum" sz="quarter" idx="4"/>
          </p:nvPr>
        </p:nvSpPr>
        <p:spPr/>
        <p:txBody>
          <a:bodyPr/>
          <a:lstStyle>
            <a:defPPr>
              <a:defRPr lang="en-US"/>
            </a:defPPr>
            <a:lvl1pPr marL="0" algn="l" defTabSz="107996" rtl="0" eaLnBrk="1" latinLnBrk="0" hangingPunct="1">
              <a:defRPr sz="425" kern="1200">
                <a:solidFill>
                  <a:schemeClr val="tx1"/>
                </a:solidFill>
                <a:latin typeface="+mn-lt"/>
                <a:ea typeface="+mn-ea"/>
                <a:cs typeface="+mn-cs"/>
              </a:defRPr>
            </a:lvl1pPr>
            <a:lvl2pPr marL="107996" algn="l" defTabSz="107996" rtl="0" eaLnBrk="1" latinLnBrk="0" hangingPunct="1">
              <a:defRPr sz="425" kern="1200">
                <a:solidFill>
                  <a:schemeClr val="tx1"/>
                </a:solidFill>
                <a:latin typeface="+mn-lt"/>
                <a:ea typeface="+mn-ea"/>
                <a:cs typeface="+mn-cs"/>
              </a:defRPr>
            </a:lvl2pPr>
            <a:lvl3pPr marL="215990" algn="l" defTabSz="107996" rtl="0" eaLnBrk="1" latinLnBrk="0" hangingPunct="1">
              <a:defRPr sz="425" kern="1200">
                <a:solidFill>
                  <a:schemeClr val="tx1"/>
                </a:solidFill>
                <a:latin typeface="+mn-lt"/>
                <a:ea typeface="+mn-ea"/>
                <a:cs typeface="+mn-cs"/>
              </a:defRPr>
            </a:lvl3pPr>
            <a:lvl4pPr marL="323988" algn="l" defTabSz="107996" rtl="0" eaLnBrk="1" latinLnBrk="0" hangingPunct="1">
              <a:defRPr sz="425" kern="1200">
                <a:solidFill>
                  <a:schemeClr val="tx1"/>
                </a:solidFill>
                <a:latin typeface="+mn-lt"/>
                <a:ea typeface="+mn-ea"/>
                <a:cs typeface="+mn-cs"/>
              </a:defRPr>
            </a:lvl4pPr>
            <a:lvl5pPr marL="431984" algn="l" defTabSz="107996" rtl="0" eaLnBrk="1" latinLnBrk="0" hangingPunct="1">
              <a:defRPr sz="425" kern="1200">
                <a:solidFill>
                  <a:schemeClr val="tx1"/>
                </a:solidFill>
                <a:latin typeface="+mn-lt"/>
                <a:ea typeface="+mn-ea"/>
                <a:cs typeface="+mn-cs"/>
              </a:defRPr>
            </a:lvl5pPr>
            <a:lvl6pPr marL="539980" algn="l" defTabSz="107996" rtl="0" eaLnBrk="1" latinLnBrk="0" hangingPunct="1">
              <a:defRPr sz="425" kern="1200">
                <a:solidFill>
                  <a:schemeClr val="tx1"/>
                </a:solidFill>
                <a:latin typeface="+mn-lt"/>
                <a:ea typeface="+mn-ea"/>
                <a:cs typeface="+mn-cs"/>
              </a:defRPr>
            </a:lvl6pPr>
            <a:lvl7pPr marL="647975" algn="l" defTabSz="107996" rtl="0" eaLnBrk="1" latinLnBrk="0" hangingPunct="1">
              <a:defRPr sz="425" kern="1200">
                <a:solidFill>
                  <a:schemeClr val="tx1"/>
                </a:solidFill>
                <a:latin typeface="+mn-lt"/>
                <a:ea typeface="+mn-ea"/>
                <a:cs typeface="+mn-cs"/>
              </a:defRPr>
            </a:lvl7pPr>
            <a:lvl8pPr marL="755970" algn="l" defTabSz="107996" rtl="0" eaLnBrk="1" latinLnBrk="0" hangingPunct="1">
              <a:defRPr sz="425" kern="1200">
                <a:solidFill>
                  <a:schemeClr val="tx1"/>
                </a:solidFill>
                <a:latin typeface="+mn-lt"/>
                <a:ea typeface="+mn-ea"/>
                <a:cs typeface="+mn-cs"/>
              </a:defRPr>
            </a:lvl8pPr>
            <a:lvl9pPr marL="863966" algn="l" defTabSz="107996" rtl="0" eaLnBrk="1" latinLnBrk="0" hangingPunct="1">
              <a:defRPr sz="425" kern="1200">
                <a:solidFill>
                  <a:schemeClr val="tx1"/>
                </a:solidFill>
                <a:latin typeface="+mn-lt"/>
                <a:ea typeface="+mn-ea"/>
                <a:cs typeface="+mn-cs"/>
              </a:defRPr>
            </a:lvl9pPr>
          </a:lstStyle>
          <a:p>
            <a:fld id="{5E89B1FD-11B0-0F4B-A0BD-A76170B314AE}" type="slidenum">
              <a:rPr lang="en-US" smtClean="0">
                <a:solidFill>
                  <a:schemeClr val="bg1"/>
                </a:solidFill>
              </a:rPr>
              <a:pPr/>
              <a:t>5</a:t>
            </a:fld>
            <a:endParaRPr lang="en-US" sz="450">
              <a:solidFill>
                <a:schemeClr val="bg1"/>
              </a:solidFill>
            </a:endParaRPr>
          </a:p>
        </p:txBody>
      </p:sp>
      <p:pic>
        <p:nvPicPr>
          <p:cNvPr id="6" name="Picture 70" descr="A picture containing drawing, clock&#10;&#10;Description automatically generated">
            <a:extLst>
              <a:ext uri="{FF2B5EF4-FFF2-40B4-BE49-F238E27FC236}">
                <a16:creationId xmlns:a16="http://schemas.microsoft.com/office/drawing/2014/main" id="{46ADB36E-33BD-4499-A551-B2999C606170}"/>
              </a:ext>
            </a:extLst>
          </p:cNvPr>
          <p:cNvPicPr>
            <a:picLocks noChangeAspect="1"/>
          </p:cNvPicPr>
          <p:nvPr/>
        </p:nvPicPr>
        <p:blipFill>
          <a:blip r:embed="rId3"/>
          <a:stretch>
            <a:fillRect/>
          </a:stretch>
        </p:blipFill>
        <p:spPr>
          <a:xfrm>
            <a:off x="16222" y="5172750"/>
            <a:ext cx="813203" cy="828000"/>
          </a:xfrm>
          <a:prstGeom prst="rect">
            <a:avLst/>
          </a:prstGeom>
        </p:spPr>
      </p:pic>
      <p:sp>
        <p:nvSpPr>
          <p:cNvPr id="10" name="Rectangle: Rounded Corners 9">
            <a:extLst>
              <a:ext uri="{FF2B5EF4-FFF2-40B4-BE49-F238E27FC236}">
                <a16:creationId xmlns:a16="http://schemas.microsoft.com/office/drawing/2014/main" id="{3FAE5E1C-7910-40E2-B773-067EEF27B5D1}"/>
              </a:ext>
            </a:extLst>
          </p:cNvPr>
          <p:cNvSpPr/>
          <p:nvPr/>
        </p:nvSpPr>
        <p:spPr>
          <a:xfrm>
            <a:off x="2462022" y="1314165"/>
            <a:ext cx="3600111" cy="536317"/>
          </a:xfrm>
          <a:prstGeom prst="roundRect">
            <a:avLst/>
          </a:prstGeom>
          <a:solidFill>
            <a:schemeClr val="accent1">
              <a:lumMod val="40000"/>
              <a:lumOff val="60000"/>
            </a:schemeClr>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619125" hangingPunct="0"/>
            <a:r>
              <a:rPr lang="en-US" sz="1050" b="1" dirty="0">
                <a:solidFill>
                  <a:srgbClr val="000000"/>
                </a:solidFill>
                <a:latin typeface="Helvetica Neue Medium"/>
                <a:ea typeface="Helvetica Neue Medium"/>
                <a:cs typeface="Helvetica Neue Medium"/>
                <a:sym typeface="Helvetica Neue Medium"/>
              </a:rPr>
              <a:t>CBG  Audits 2026 Actual vs Budget</a:t>
            </a:r>
          </a:p>
          <a:p>
            <a:pPr algn="ctr" defTabSz="619125" hangingPunct="0"/>
            <a:endParaRPr lang="en-US" sz="1050" b="1" dirty="0">
              <a:solidFill>
                <a:srgbClr val="000000"/>
              </a:solidFill>
              <a:latin typeface="Helvetica Neue Medium"/>
              <a:ea typeface="Helvetica Neue Medium"/>
              <a:cs typeface="Helvetica Neue Medium"/>
              <a:sym typeface="Helvetica Neue Medium"/>
            </a:endParaRPr>
          </a:p>
          <a:p>
            <a:pPr algn="ctr" defTabSz="619125" hangingPunct="0"/>
            <a:endParaRPr lang="en-US" sz="1050" b="1" dirty="0">
              <a:solidFill>
                <a:srgbClr val="000000"/>
              </a:solidFill>
              <a:latin typeface="Helvetica Neue Medium"/>
              <a:ea typeface="Helvetica Neue Medium"/>
              <a:cs typeface="Helvetica Neue Medium"/>
              <a:sym typeface="Helvetica Neue Medium"/>
            </a:endParaRPr>
          </a:p>
        </p:txBody>
      </p:sp>
      <p:sp>
        <p:nvSpPr>
          <p:cNvPr id="13" name="Text Placeholder 4">
            <a:extLst>
              <a:ext uri="{FF2B5EF4-FFF2-40B4-BE49-F238E27FC236}">
                <a16:creationId xmlns:a16="http://schemas.microsoft.com/office/drawing/2014/main" id="{60B2D5DF-FEFF-43FA-B22D-2172478C9D04}"/>
              </a:ext>
            </a:extLst>
          </p:cNvPr>
          <p:cNvSpPr txBox="1">
            <a:spLocks/>
          </p:cNvSpPr>
          <p:nvPr/>
        </p:nvSpPr>
        <p:spPr>
          <a:xfrm>
            <a:off x="212598" y="1000518"/>
            <a:ext cx="7587853" cy="343650"/>
          </a:xfrm>
          <a:prstGeom prst="rect">
            <a:avLst/>
          </a:prstGeom>
        </p:spPr>
        <p:txBody>
          <a:bodyPr>
            <a:noAutofit/>
          </a:bodyPr>
          <a:lstStyle>
            <a:lvl1pPr marL="0" marR="0" indent="0" algn="l" defTabSz="309555" rtl="0" eaLnBrk="1" fontAlgn="auto" latinLnBrk="0" hangingPunct="1">
              <a:lnSpc>
                <a:spcPct val="100000"/>
              </a:lnSpc>
              <a:spcBef>
                <a:spcPts val="2213"/>
              </a:spcBef>
              <a:spcAft>
                <a:spcPts val="0"/>
              </a:spcAft>
              <a:buClrTx/>
              <a:buSzPct val="125000"/>
              <a:buFontTx/>
              <a:buNone/>
              <a:tabLst/>
              <a:defRPr sz="1200" b="0" i="0" u="none" strike="noStrike" cap="all" spc="0" baseline="0">
                <a:solidFill>
                  <a:srgbClr val="000000"/>
                </a:solidFill>
                <a:uFillTx/>
                <a:latin typeface="Trebuchet MS" panose="020B0703020202090204" pitchFamily="34" charset="0"/>
                <a:ea typeface="Open Sans Regular"/>
                <a:cs typeface="Open Sans Regular"/>
                <a:sym typeface="Open Sans Regular"/>
              </a:defRPr>
            </a:lvl1pPr>
            <a:lvl2pPr marL="476239" marR="0" indent="-238119"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2pPr>
            <a:lvl3pPr marL="714357" marR="0" indent="-238119"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3pPr>
            <a:lvl4pPr marL="952476" marR="0" indent="-238119"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4pPr>
            <a:lvl5pPr marL="1190596" marR="0" indent="-238119"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5pPr>
            <a:lvl6pPr marL="1389028" marR="0" indent="-198432"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6pPr>
            <a:lvl7pPr marL="1627146" marR="0" indent="-198432"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7pPr>
            <a:lvl8pPr marL="1865265" marR="0" indent="-198432"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8pPr>
            <a:lvl9pPr marL="2103385" marR="0" indent="-198432" algn="l" defTabSz="309555" rtl="0" latinLnBrk="0">
              <a:lnSpc>
                <a:spcPct val="100000"/>
              </a:lnSpc>
              <a:spcBef>
                <a:spcPts val="2213"/>
              </a:spcBef>
              <a:spcAft>
                <a:spcPts val="0"/>
              </a:spcAft>
              <a:buClrTx/>
              <a:buSzPct val="125000"/>
              <a:buFontTx/>
              <a:buChar char="•"/>
              <a:tabLst/>
              <a:defRPr sz="1500" b="0" i="0" u="none" strike="noStrike" cap="none" spc="0" baseline="0">
                <a:solidFill>
                  <a:srgbClr val="000000"/>
                </a:solidFill>
                <a:uFillTx/>
                <a:latin typeface="Open Sans Regular"/>
                <a:ea typeface="Open Sans Regular"/>
                <a:cs typeface="Open Sans Regular"/>
                <a:sym typeface="Open Sans Regular"/>
              </a:defRPr>
            </a:lvl9pPr>
          </a:lstStyle>
          <a:p>
            <a:pPr algn="just"/>
            <a:r>
              <a:rPr lang="en-US" sz="900" kern="0" dirty="0"/>
              <a:t>CBG, SAFETY REPORT, Aug. ’26</a:t>
            </a:r>
          </a:p>
          <a:p>
            <a:endParaRPr lang="en-US" sz="900" kern="0" dirty="0"/>
          </a:p>
          <a:p>
            <a:endParaRPr lang="en-US" sz="900" kern="0" dirty="0"/>
          </a:p>
          <a:p>
            <a:r>
              <a:rPr lang="en-US" sz="900" kern="0" dirty="0"/>
              <a:t> </a:t>
            </a:r>
            <a:endParaRPr lang="en-TT" sz="900" kern="0" dirty="0"/>
          </a:p>
        </p:txBody>
      </p:sp>
      <p:pic>
        <p:nvPicPr>
          <p:cNvPr id="7" name="Picture 6">
            <a:extLst>
              <a:ext uri="{FF2B5EF4-FFF2-40B4-BE49-F238E27FC236}">
                <a16:creationId xmlns:a16="http://schemas.microsoft.com/office/drawing/2014/main" id="{54022CEC-9C2F-0912-555C-0A1B283900AE}"/>
              </a:ext>
            </a:extLst>
          </p:cNvPr>
          <p:cNvPicPr>
            <a:picLocks noChangeAspect="1"/>
          </p:cNvPicPr>
          <p:nvPr/>
        </p:nvPicPr>
        <p:blipFill>
          <a:blip r:embed="rId4"/>
          <a:stretch>
            <a:fillRect/>
          </a:stretch>
        </p:blipFill>
        <p:spPr>
          <a:xfrm>
            <a:off x="1025986" y="2527030"/>
            <a:ext cx="6707981" cy="1035844"/>
          </a:xfrm>
          <a:prstGeom prst="rect">
            <a:avLst/>
          </a:prstGeom>
        </p:spPr>
      </p:pic>
    </p:spTree>
    <p:extLst>
      <p:ext uri="{BB962C8B-B14F-4D97-AF65-F5344CB8AC3E}">
        <p14:creationId xmlns:p14="http://schemas.microsoft.com/office/powerpoint/2010/main" val="196563053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r>
              <a:rPr lang="en-US" dirty="0"/>
              <a:t>5</a:t>
            </a:r>
          </a:p>
        </p:txBody>
      </p:sp>
      <p:sp>
        <p:nvSpPr>
          <p:cNvPr id="8" name="Title 3">
            <a:extLst>
              <a:ext uri="{FF2B5EF4-FFF2-40B4-BE49-F238E27FC236}">
                <a16:creationId xmlns:a16="http://schemas.microsoft.com/office/drawing/2014/main" id="{A85C93CE-169B-43D8-B040-1752C01F6019}"/>
              </a:ext>
            </a:extLst>
          </p:cNvPr>
          <p:cNvSpPr>
            <a:spLocks noGrp="1"/>
          </p:cNvSpPr>
          <p:nvPr>
            <p:ph type="title"/>
          </p:nvPr>
        </p:nvSpPr>
        <p:spPr>
          <a:xfrm>
            <a:off x="279919" y="0"/>
            <a:ext cx="4785567" cy="454655"/>
          </a:xfrm>
        </p:spPr>
        <p:txBody>
          <a:bodyPr>
            <a:noAutofit/>
          </a:bodyPr>
          <a:lstStyle/>
          <a:p>
            <a:pPr>
              <a:lnSpc>
                <a:spcPct val="150000"/>
              </a:lnSpc>
              <a:spcBef>
                <a:spcPts val="563"/>
              </a:spcBef>
            </a:pPr>
            <a:r>
              <a:rPr lang="en-US" sz="1600" cap="all" dirty="0">
                <a:solidFill>
                  <a:schemeClr val="tx1"/>
                </a:solidFill>
                <a:latin typeface="Trebuchet MS" panose="020B0703020202090204" pitchFamily="34" charset="0"/>
                <a:ea typeface="+mn-ea"/>
                <a:cs typeface="+mn-cs"/>
              </a:rPr>
              <a:t>Production- CAPEX Status AUGUST 2026</a:t>
            </a:r>
          </a:p>
        </p:txBody>
      </p:sp>
      <p:graphicFrame>
        <p:nvGraphicFramePr>
          <p:cNvPr id="3" name="Table 2">
            <a:extLst>
              <a:ext uri="{FF2B5EF4-FFF2-40B4-BE49-F238E27FC236}">
                <a16:creationId xmlns:a16="http://schemas.microsoft.com/office/drawing/2014/main" id="{C33B7D54-9DF1-608E-7A7C-129DB94BA792}"/>
              </a:ext>
            </a:extLst>
          </p:cNvPr>
          <p:cNvGraphicFramePr>
            <a:graphicFrameLocks noGrp="1"/>
          </p:cNvGraphicFramePr>
          <p:nvPr>
            <p:extLst>
              <p:ext uri="{D42A27DB-BD31-4B8C-83A1-F6EECF244321}">
                <p14:modId xmlns:p14="http://schemas.microsoft.com/office/powerpoint/2010/main" val="298764792"/>
              </p:ext>
            </p:extLst>
          </p:nvPr>
        </p:nvGraphicFramePr>
        <p:xfrm>
          <a:off x="679009" y="1086416"/>
          <a:ext cx="7785982" cy="5359652"/>
        </p:xfrm>
        <a:graphic>
          <a:graphicData uri="http://schemas.openxmlformats.org/drawingml/2006/table">
            <a:tbl>
              <a:tblPr/>
              <a:tblGrid>
                <a:gridCol w="1683240">
                  <a:extLst>
                    <a:ext uri="{9D8B030D-6E8A-4147-A177-3AD203B41FA5}">
                      <a16:colId xmlns:a16="http://schemas.microsoft.com/office/drawing/2014/main" val="2200117919"/>
                    </a:ext>
                  </a:extLst>
                </a:gridCol>
                <a:gridCol w="1683240">
                  <a:extLst>
                    <a:ext uri="{9D8B030D-6E8A-4147-A177-3AD203B41FA5}">
                      <a16:colId xmlns:a16="http://schemas.microsoft.com/office/drawing/2014/main" val="2609239375"/>
                    </a:ext>
                  </a:extLst>
                </a:gridCol>
                <a:gridCol w="2736262">
                  <a:extLst>
                    <a:ext uri="{9D8B030D-6E8A-4147-A177-3AD203B41FA5}">
                      <a16:colId xmlns:a16="http://schemas.microsoft.com/office/drawing/2014/main" val="100650539"/>
                    </a:ext>
                  </a:extLst>
                </a:gridCol>
                <a:gridCol w="1683240">
                  <a:extLst>
                    <a:ext uri="{9D8B030D-6E8A-4147-A177-3AD203B41FA5}">
                      <a16:colId xmlns:a16="http://schemas.microsoft.com/office/drawing/2014/main" val="3559112546"/>
                    </a:ext>
                  </a:extLst>
                </a:gridCol>
              </a:tblGrid>
              <a:tr h="274235">
                <a:tc>
                  <a:txBody>
                    <a:bodyPr/>
                    <a:lstStyle/>
                    <a:p>
                      <a:pPr algn="ctr" rtl="0" fontAlgn="ctr">
                        <a:buNone/>
                      </a:pPr>
                      <a:r>
                        <a:rPr lang="en-US" sz="1000" b="1" i="0" u="none" strike="noStrike">
                          <a:solidFill>
                            <a:srgbClr val="FFFFFF"/>
                          </a:solidFill>
                          <a:effectLst/>
                          <a:latin typeface="Trebuchet MS" panose="020B0603020202020204" pitchFamily="34" charset="0"/>
                        </a:rPr>
                        <a:t>Name</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376E"/>
                    </a:solidFill>
                  </a:tcPr>
                </a:tc>
                <a:tc>
                  <a:txBody>
                    <a:bodyPr/>
                    <a:lstStyle/>
                    <a:p>
                      <a:pPr algn="ctr" rtl="0" fontAlgn="ctr">
                        <a:buNone/>
                      </a:pPr>
                      <a:r>
                        <a:rPr lang="en-US" sz="1000" b="1" i="0" u="none" strike="noStrike">
                          <a:solidFill>
                            <a:srgbClr val="FFFFFF"/>
                          </a:solidFill>
                          <a:effectLst/>
                          <a:latin typeface="Trebuchet MS" panose="020B0603020202020204" pitchFamily="34" charset="0"/>
                        </a:rPr>
                        <a:t>Description</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376E"/>
                    </a:solidFill>
                  </a:tcPr>
                </a:tc>
                <a:tc>
                  <a:txBody>
                    <a:bodyPr/>
                    <a:lstStyle/>
                    <a:p>
                      <a:pPr algn="ctr" rtl="0" fontAlgn="ctr">
                        <a:buNone/>
                      </a:pPr>
                      <a:r>
                        <a:rPr lang="en-US" sz="1000" b="1" i="0" u="none" strike="noStrike">
                          <a:solidFill>
                            <a:srgbClr val="FFFFFF"/>
                          </a:solidFill>
                          <a:effectLst/>
                          <a:latin typeface="Trebuchet MS" panose="020B0603020202020204" pitchFamily="34" charset="0"/>
                        </a:rPr>
                        <a:t>Status</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376E"/>
                    </a:solidFill>
                  </a:tcPr>
                </a:tc>
                <a:tc>
                  <a:txBody>
                    <a:bodyPr/>
                    <a:lstStyle/>
                    <a:p>
                      <a:pPr algn="ctr" rtl="0" fontAlgn="ctr">
                        <a:buNone/>
                      </a:pPr>
                      <a:r>
                        <a:rPr lang="en-US" sz="1000" b="1" i="0" u="none" strike="noStrike">
                          <a:solidFill>
                            <a:srgbClr val="FFFFFF"/>
                          </a:solidFill>
                          <a:effectLst/>
                          <a:latin typeface="Trebuchet MS" panose="020B0603020202020204" pitchFamily="34" charset="0"/>
                        </a:rPr>
                        <a:t>Timeline</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376E"/>
                    </a:solidFill>
                  </a:tcPr>
                </a:tc>
                <a:extLst>
                  <a:ext uri="{0D108BD9-81ED-4DB2-BD59-A6C34878D82A}">
                    <a16:rowId xmlns:a16="http://schemas.microsoft.com/office/drawing/2014/main" val="3123192337"/>
                  </a:ext>
                </a:extLst>
              </a:tr>
              <a:tr h="723981">
                <a:tc>
                  <a:txBody>
                    <a:bodyPr/>
                    <a:lstStyle/>
                    <a:p>
                      <a:pPr algn="ctr" rtl="0" fontAlgn="ctr">
                        <a:buNone/>
                      </a:pPr>
                      <a:r>
                        <a:rPr lang="en-US" sz="1000" b="1" i="0" u="none" strike="noStrike">
                          <a:solidFill>
                            <a:srgbClr val="FFFFFF"/>
                          </a:solidFill>
                          <a:effectLst/>
                          <a:latin typeface="Trebuchet MS" panose="020B0603020202020204" pitchFamily="34" charset="0"/>
                        </a:rPr>
                        <a:t>New Pasteurizer</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376E"/>
                    </a:solidFill>
                  </a:tcPr>
                </a:tc>
                <a:tc>
                  <a:txBody>
                    <a:bodyPr/>
                    <a:lstStyle/>
                    <a:p>
                      <a:pPr algn="l" rtl="0" fontAlgn="ctr">
                        <a:buNone/>
                      </a:pPr>
                      <a:r>
                        <a:rPr lang="en-US" sz="1000" b="0" i="0" u="none" strike="noStrike">
                          <a:solidFill>
                            <a:srgbClr val="000000"/>
                          </a:solidFill>
                          <a:effectLst/>
                          <a:latin typeface="Trebuchet MS" panose="020B0603020202020204" pitchFamily="34" charset="0"/>
                        </a:rPr>
                        <a:t>Install new tunnel pasteurizer</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algn="l" rtl="0" fontAlgn="ctr">
                        <a:buNone/>
                      </a:pPr>
                      <a:r>
                        <a:rPr lang="en-US" sz="1000" b="0" i="0" u="none" strike="noStrike">
                          <a:solidFill>
                            <a:srgbClr val="000000"/>
                          </a:solidFill>
                          <a:effectLst/>
                          <a:latin typeface="Trebuchet MS" panose="020B0603020202020204" pitchFamily="34" charset="0"/>
                        </a:rPr>
                        <a:t>Commissioned in June 2026 Punch list items to be completed September 2026</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algn="ctr" rtl="0" fontAlgn="ctr">
                        <a:buNone/>
                      </a:pPr>
                      <a:r>
                        <a:rPr lang="en-US" sz="1000" b="0" i="0" u="none" strike="noStrike" dirty="0">
                          <a:solidFill>
                            <a:srgbClr val="000000"/>
                          </a:solidFill>
                          <a:effectLst/>
                          <a:latin typeface="Trebuchet MS" panose="020B0603020202020204" pitchFamily="34" charset="0"/>
                        </a:rPr>
                        <a:t>18-Jul</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extLst>
                  <a:ext uri="{0D108BD9-81ED-4DB2-BD59-A6C34878D82A}">
                    <a16:rowId xmlns:a16="http://schemas.microsoft.com/office/drawing/2014/main" val="1172260953"/>
                  </a:ext>
                </a:extLst>
              </a:tr>
              <a:tr h="669135">
                <a:tc>
                  <a:txBody>
                    <a:bodyPr/>
                    <a:lstStyle/>
                    <a:p>
                      <a:pPr algn="ctr" rtl="0" fontAlgn="ctr">
                        <a:buNone/>
                      </a:pPr>
                      <a:r>
                        <a:rPr lang="en-US" sz="1000" b="1" i="0" u="none" strike="noStrike">
                          <a:solidFill>
                            <a:srgbClr val="FFFFFF"/>
                          </a:solidFill>
                          <a:effectLst/>
                          <a:latin typeface="Trebuchet MS" panose="020B0603020202020204" pitchFamily="34" charset="0"/>
                        </a:rPr>
                        <a:t>New Boiler </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376E"/>
                    </a:solidFill>
                  </a:tcPr>
                </a:tc>
                <a:tc>
                  <a:txBody>
                    <a:bodyPr/>
                    <a:lstStyle/>
                    <a:p>
                      <a:pPr algn="l" rtl="0" fontAlgn="ctr">
                        <a:buNone/>
                      </a:pPr>
                      <a:r>
                        <a:rPr lang="en-US" sz="1000" b="0" i="0" u="none" strike="noStrike">
                          <a:solidFill>
                            <a:srgbClr val="000000"/>
                          </a:solidFill>
                          <a:effectLst/>
                          <a:latin typeface="Trebuchet MS" panose="020B0603020202020204" pitchFamily="34" charset="0"/>
                        </a:rPr>
                        <a:t>Refurbish Boiler #2</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algn="l" rtl="0" fontAlgn="ctr">
                        <a:buNone/>
                      </a:pPr>
                      <a:r>
                        <a:rPr lang="en-US" sz="1000" b="0" i="0" u="none" strike="noStrike">
                          <a:solidFill>
                            <a:srgbClr val="000000"/>
                          </a:solidFill>
                          <a:effectLst/>
                          <a:latin typeface="Trebuchet MS" panose="020B0603020202020204" pitchFamily="34" charset="0"/>
                        </a:rPr>
                        <a:t>P.O submitted for required parts, pending ETA from supplier.</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algn="ctr" rtl="0" fontAlgn="ctr">
                        <a:buNone/>
                      </a:pPr>
                      <a:r>
                        <a:rPr lang="en-US" sz="1000" b="0" i="0" u="none" strike="noStrike">
                          <a:solidFill>
                            <a:srgbClr val="000000"/>
                          </a:solidFill>
                          <a:effectLst/>
                          <a:latin typeface="Trebuchet MS" panose="020B0603020202020204" pitchFamily="34" charset="0"/>
                        </a:rPr>
                        <a:t>30-Dec</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extLst>
                  <a:ext uri="{0D108BD9-81ED-4DB2-BD59-A6C34878D82A}">
                    <a16:rowId xmlns:a16="http://schemas.microsoft.com/office/drawing/2014/main" val="1868362920"/>
                  </a:ext>
                </a:extLst>
              </a:tr>
              <a:tr h="1064033">
                <a:tc>
                  <a:txBody>
                    <a:bodyPr/>
                    <a:lstStyle/>
                    <a:p>
                      <a:pPr algn="ctr" rtl="0" fontAlgn="ctr">
                        <a:buNone/>
                      </a:pPr>
                      <a:r>
                        <a:rPr lang="en-US" sz="1000" b="1" i="0" u="none" strike="noStrike">
                          <a:solidFill>
                            <a:srgbClr val="FFFFFF"/>
                          </a:solidFill>
                          <a:effectLst/>
                          <a:latin typeface="Trebuchet MS" panose="020B0603020202020204" pitchFamily="34" charset="0"/>
                        </a:rPr>
                        <a:t>New Silo</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376E"/>
                    </a:solidFill>
                  </a:tcPr>
                </a:tc>
                <a:tc>
                  <a:txBody>
                    <a:bodyPr/>
                    <a:lstStyle/>
                    <a:p>
                      <a:pPr algn="l" rtl="0" fontAlgn="ctr">
                        <a:buNone/>
                      </a:pPr>
                      <a:r>
                        <a:rPr lang="en-US" sz="1000" b="0" i="0" u="none" strike="noStrike">
                          <a:solidFill>
                            <a:srgbClr val="000000"/>
                          </a:solidFill>
                          <a:effectLst/>
                          <a:latin typeface="Trebuchet MS" panose="020B0603020202020204" pitchFamily="34" charset="0"/>
                        </a:rPr>
                        <a:t>Install 70-Ton Silos and Malt handling</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algn="l" rtl="0" fontAlgn="ctr">
                        <a:buNone/>
                      </a:pPr>
                      <a:r>
                        <a:rPr lang="en-US" sz="1000" b="0" i="0" u="none" strike="noStrike" dirty="0">
                          <a:solidFill>
                            <a:srgbClr val="000000"/>
                          </a:solidFill>
                          <a:effectLst/>
                          <a:latin typeface="Trebuchet MS" panose="020B0603020202020204" pitchFamily="34" charset="0"/>
                        </a:rPr>
                        <a:t>Quote received from Kunzel and </a:t>
                      </a:r>
                      <a:r>
                        <a:rPr lang="en-US" sz="1000" b="0" i="0" u="none" strike="noStrike" dirty="0" err="1">
                          <a:solidFill>
                            <a:srgbClr val="000000"/>
                          </a:solidFill>
                          <a:effectLst/>
                          <a:latin typeface="Trebuchet MS" panose="020B0603020202020204" pitchFamily="34" charset="0"/>
                        </a:rPr>
                        <a:t>Tonsen</a:t>
                      </a:r>
                      <a:r>
                        <a:rPr lang="en-US" sz="1000" b="0" i="0" u="none" strike="noStrike" dirty="0">
                          <a:solidFill>
                            <a:srgbClr val="000000"/>
                          </a:solidFill>
                          <a:effectLst/>
                          <a:latin typeface="Trebuchet MS" panose="020B0603020202020204" pitchFamily="34" charset="0"/>
                        </a:rPr>
                        <a:t>, Review of technical comparison and CAPEX to be completed in September and recommendation put forward in October.</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algn="ctr" rtl="0" fontAlgn="ctr">
                        <a:buNone/>
                      </a:pPr>
                      <a:r>
                        <a:rPr lang="en-US" sz="1000" b="0" i="0" u="none" strike="noStrike" dirty="0">
                          <a:solidFill>
                            <a:srgbClr val="000000"/>
                          </a:solidFill>
                          <a:effectLst/>
                          <a:latin typeface="Trebuchet MS" panose="020B0603020202020204" pitchFamily="34" charset="0"/>
                        </a:rPr>
                        <a:t>31-Mar 2027</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extLst>
                  <a:ext uri="{0D108BD9-81ED-4DB2-BD59-A6C34878D82A}">
                    <a16:rowId xmlns:a16="http://schemas.microsoft.com/office/drawing/2014/main" val="915182261"/>
                  </a:ext>
                </a:extLst>
              </a:tr>
              <a:tr h="1447961">
                <a:tc>
                  <a:txBody>
                    <a:bodyPr/>
                    <a:lstStyle/>
                    <a:p>
                      <a:pPr algn="ctr" rtl="0" fontAlgn="ctr">
                        <a:buNone/>
                      </a:pPr>
                      <a:r>
                        <a:rPr lang="en-US" sz="1000" b="1" i="0" u="none" strike="noStrike">
                          <a:solidFill>
                            <a:srgbClr val="FFFFFF"/>
                          </a:solidFill>
                          <a:effectLst/>
                          <a:latin typeface="Trebuchet MS" panose="020B0603020202020204" pitchFamily="34" charset="0"/>
                        </a:rPr>
                        <a:t>High Gravity Brewing</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376E"/>
                    </a:solidFill>
                  </a:tcPr>
                </a:tc>
                <a:tc>
                  <a:txBody>
                    <a:bodyPr/>
                    <a:lstStyle/>
                    <a:p>
                      <a:pPr algn="l" rtl="0" fontAlgn="ctr">
                        <a:buNone/>
                      </a:pPr>
                      <a:r>
                        <a:rPr lang="en-US" sz="1000" b="0" i="0" u="none" strike="noStrike">
                          <a:solidFill>
                            <a:srgbClr val="000000"/>
                          </a:solidFill>
                          <a:effectLst/>
                          <a:latin typeface="Trebuchet MS" panose="020B0603020202020204" pitchFamily="34" charset="0"/>
                        </a:rPr>
                        <a:t>Install relevant equipment to introduce high gravity brewing at CBG</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algn="l" rtl="0" fontAlgn="ctr">
                        <a:buNone/>
                      </a:pPr>
                      <a:r>
                        <a:rPr lang="en-US" sz="1000" b="0" i="0" u="none" strike="noStrike">
                          <a:solidFill>
                            <a:srgbClr val="000000"/>
                          </a:solidFill>
                          <a:effectLst/>
                          <a:latin typeface="Trebuchet MS" panose="020B0603020202020204" pitchFamily="34" charset="0"/>
                        </a:rPr>
                        <a:t>Carboblender: Received proposals from Alfalaval and SPI, awaiting quotes from Promach built and Krones</a:t>
                      </a:r>
                      <a:br>
                        <a:rPr lang="en-US" sz="1000" b="0" i="0" u="none" strike="noStrike">
                          <a:solidFill>
                            <a:srgbClr val="000000"/>
                          </a:solidFill>
                          <a:effectLst/>
                          <a:latin typeface="Trebuchet MS" panose="020B0603020202020204" pitchFamily="34" charset="0"/>
                        </a:rPr>
                      </a:br>
                      <a:r>
                        <a:rPr lang="en-US" sz="1000" b="0" i="0" u="none" strike="noStrike">
                          <a:solidFill>
                            <a:srgbClr val="000000"/>
                          </a:solidFill>
                          <a:effectLst/>
                          <a:latin typeface="Trebuchet MS" panose="020B0603020202020204" pitchFamily="34" charset="0"/>
                        </a:rPr>
                        <a:t>Aldox DAW module: Received proposal from Sulca. Discount to be negotiated and Capex request submitted.</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algn="ctr" rtl="0" fontAlgn="ctr">
                        <a:buNone/>
                      </a:pPr>
                      <a:r>
                        <a:rPr lang="en-US" sz="1000" b="0" i="0" u="none" strike="noStrike" dirty="0">
                          <a:solidFill>
                            <a:srgbClr val="000000"/>
                          </a:solidFill>
                          <a:effectLst/>
                          <a:latin typeface="Trebuchet MS" panose="020B0603020202020204" pitchFamily="34" charset="0"/>
                        </a:rPr>
                        <a:t>30-Mar 2027</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extLst>
                  <a:ext uri="{0D108BD9-81ED-4DB2-BD59-A6C34878D82A}">
                    <a16:rowId xmlns:a16="http://schemas.microsoft.com/office/drawing/2014/main" val="4202382530"/>
                  </a:ext>
                </a:extLst>
              </a:tr>
              <a:tr h="695460">
                <a:tc>
                  <a:txBody>
                    <a:bodyPr/>
                    <a:lstStyle/>
                    <a:p>
                      <a:pPr algn="ctr" rtl="0" fontAlgn="ctr">
                        <a:buNone/>
                      </a:pPr>
                      <a:r>
                        <a:rPr lang="en-US" sz="1000" b="1" i="0" u="none" strike="noStrike">
                          <a:solidFill>
                            <a:srgbClr val="FFFFFF"/>
                          </a:solidFill>
                          <a:effectLst/>
                          <a:latin typeface="Trebuchet MS" panose="020B0603020202020204" pitchFamily="34" charset="0"/>
                        </a:rPr>
                        <a:t>Plastic Pallet Upgrades</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376E"/>
                    </a:solidFill>
                  </a:tcPr>
                </a:tc>
                <a:tc>
                  <a:txBody>
                    <a:bodyPr/>
                    <a:lstStyle/>
                    <a:p>
                      <a:pPr algn="l" rtl="0" fontAlgn="ctr">
                        <a:buNone/>
                      </a:pPr>
                      <a:r>
                        <a:rPr lang="en-US" sz="1000" b="0" i="0" u="none" strike="noStrike">
                          <a:solidFill>
                            <a:srgbClr val="000000"/>
                          </a:solidFill>
                          <a:effectLst/>
                          <a:latin typeface="Trebuchet MS" panose="020B0603020202020204" pitchFamily="34" charset="0"/>
                        </a:rPr>
                        <a:t>Replace wooden pallets in production and sales with Plastic pallets.</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algn="l" rtl="0" fontAlgn="ctr">
                        <a:buNone/>
                      </a:pPr>
                      <a:r>
                        <a:rPr lang="en-US" sz="1000" b="0" i="0" u="none" strike="noStrike">
                          <a:solidFill>
                            <a:srgbClr val="000000"/>
                          </a:solidFill>
                          <a:effectLst/>
                          <a:latin typeface="Trebuchet MS" panose="020B0603020202020204" pitchFamily="34" charset="0"/>
                        </a:rPr>
                        <a:t>Capex to be submitted for qty. 1920 @ US$75 each (ex factory) from ORBIS</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algn="ctr" rtl="0" fontAlgn="ctr">
                        <a:buNone/>
                      </a:pPr>
                      <a:r>
                        <a:rPr lang="en-US" sz="1000" b="0" i="0" u="none" strike="noStrike">
                          <a:solidFill>
                            <a:srgbClr val="000000"/>
                          </a:solidFill>
                          <a:effectLst/>
                          <a:latin typeface="Trebuchet MS" panose="020B0603020202020204" pitchFamily="34" charset="0"/>
                        </a:rPr>
                        <a:t>30-Dec</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extLst>
                  <a:ext uri="{0D108BD9-81ED-4DB2-BD59-A6C34878D82A}">
                    <a16:rowId xmlns:a16="http://schemas.microsoft.com/office/drawing/2014/main" val="652653906"/>
                  </a:ext>
                </a:extLst>
              </a:tr>
              <a:tr h="484847">
                <a:tc>
                  <a:txBody>
                    <a:bodyPr/>
                    <a:lstStyle/>
                    <a:p>
                      <a:pPr algn="ctr" rtl="0" fontAlgn="ctr">
                        <a:buNone/>
                      </a:pPr>
                      <a:r>
                        <a:rPr lang="en-US" sz="1000" b="1" i="0" u="none" strike="noStrike" dirty="0">
                          <a:solidFill>
                            <a:srgbClr val="FFFFFF"/>
                          </a:solidFill>
                          <a:effectLst/>
                          <a:latin typeface="Trebuchet MS" panose="020B0603020202020204" pitchFamily="34" charset="0"/>
                        </a:rPr>
                        <a:t>Well rehabilitation </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376E"/>
                    </a:solidFill>
                  </a:tcPr>
                </a:tc>
                <a:tc>
                  <a:txBody>
                    <a:bodyPr/>
                    <a:lstStyle/>
                    <a:p>
                      <a:pPr algn="l" rtl="0" fontAlgn="ctr">
                        <a:buNone/>
                      </a:pPr>
                      <a:r>
                        <a:rPr lang="en-US" sz="1000" b="0" i="0" u="none" strike="noStrike">
                          <a:solidFill>
                            <a:srgbClr val="000000"/>
                          </a:solidFill>
                          <a:effectLst/>
                          <a:latin typeface="Trebuchet MS" panose="020B0603020202020204" pitchFamily="34" charset="0"/>
                        </a:rPr>
                        <a:t>Rehabilitate Well 1 and 2 </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algn="l" rtl="0" fontAlgn="ctr">
                        <a:buNone/>
                      </a:pPr>
                      <a:r>
                        <a:rPr lang="en-US" sz="1000" b="0" i="0" u="none" strike="noStrike">
                          <a:solidFill>
                            <a:srgbClr val="000000"/>
                          </a:solidFill>
                          <a:effectLst/>
                          <a:latin typeface="Trebuchet MS" panose="020B0603020202020204" pitchFamily="34" charset="0"/>
                        </a:rPr>
                        <a:t>To confirm scope of well rehabilitation - pending technical assessment by third party.</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tc>
                  <a:txBody>
                    <a:bodyPr/>
                    <a:lstStyle/>
                    <a:p>
                      <a:pPr algn="ctr" rtl="0" fontAlgn="ctr">
                        <a:buNone/>
                      </a:pPr>
                      <a:r>
                        <a:rPr lang="en-US" sz="1000" b="0" i="0" u="none" strike="noStrike" dirty="0">
                          <a:solidFill>
                            <a:srgbClr val="000000"/>
                          </a:solidFill>
                          <a:effectLst/>
                          <a:latin typeface="Trebuchet MS" panose="020B0603020202020204" pitchFamily="34" charset="0"/>
                        </a:rPr>
                        <a:t>31-Oct</a:t>
                      </a:r>
                    </a:p>
                  </a:txBody>
                  <a:tcPr marL="8081" marR="8081" marT="8081" marB="3878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6F2"/>
                    </a:solidFill>
                  </a:tcPr>
                </a:tc>
                <a:extLst>
                  <a:ext uri="{0D108BD9-81ED-4DB2-BD59-A6C34878D82A}">
                    <a16:rowId xmlns:a16="http://schemas.microsoft.com/office/drawing/2014/main" val="1396350905"/>
                  </a:ext>
                </a:extLst>
              </a:tr>
            </a:tbl>
          </a:graphicData>
        </a:graphic>
      </p:graphicFrame>
    </p:spTree>
    <p:extLst>
      <p:ext uri="{BB962C8B-B14F-4D97-AF65-F5344CB8AC3E}">
        <p14:creationId xmlns:p14="http://schemas.microsoft.com/office/powerpoint/2010/main" val="323122489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7</a:t>
            </a:fld>
            <a:endParaRPr lang="en-US" dirty="0"/>
          </a:p>
        </p:txBody>
      </p:sp>
      <p:sp>
        <p:nvSpPr>
          <p:cNvPr id="5" name="Title 3">
            <a:extLst>
              <a:ext uri="{FF2B5EF4-FFF2-40B4-BE49-F238E27FC236}">
                <a16:creationId xmlns:a16="http://schemas.microsoft.com/office/drawing/2014/main" id="{D25FC7D6-C661-4181-9821-D76A90E0833D}"/>
              </a:ext>
            </a:extLst>
          </p:cNvPr>
          <p:cNvSpPr>
            <a:spLocks noGrp="1"/>
          </p:cNvSpPr>
          <p:nvPr>
            <p:ph type="title"/>
          </p:nvPr>
        </p:nvSpPr>
        <p:spPr>
          <a:xfrm>
            <a:off x="316508" y="297168"/>
            <a:ext cx="6293144" cy="235637"/>
          </a:xfrm>
        </p:spPr>
        <p:txBody>
          <a:bodyPr>
            <a:noAutofit/>
          </a:bodyPr>
          <a:lstStyle/>
          <a:p>
            <a:pPr>
              <a:lnSpc>
                <a:spcPct val="150000"/>
              </a:lnSpc>
              <a:defRPr/>
            </a:pPr>
            <a:r>
              <a:rPr lang="en-US" sz="1600" cap="all" dirty="0">
                <a:solidFill>
                  <a:schemeClr val="tx1"/>
                </a:solidFill>
                <a:latin typeface="Trebuchet MS" panose="020B0703020202090204" pitchFamily="34" charset="0"/>
                <a:ea typeface="+mn-ea"/>
                <a:cs typeface="+mn-cs"/>
              </a:rPr>
              <a:t>Production 2026- YTD KPI’s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5BF3DD8-86C9-679E-7332-852465A12517}"/>
                  </a:ext>
                </a:extLst>
              </p14:cNvPr>
              <p14:cNvContentPartPr/>
              <p14:nvPr/>
            </p14:nvContentPartPr>
            <p14:xfrm>
              <a:off x="3638696" y="4916961"/>
              <a:ext cx="360" cy="360"/>
            </p14:xfrm>
          </p:contentPart>
        </mc:Choice>
        <mc:Fallback xmlns="">
          <p:pic>
            <p:nvPicPr>
              <p:cNvPr id="3" name="Ink 2">
                <a:extLst>
                  <a:ext uri="{FF2B5EF4-FFF2-40B4-BE49-F238E27FC236}">
                    <a16:creationId xmlns:a16="http://schemas.microsoft.com/office/drawing/2014/main" id="{05BF3DD8-86C9-679E-7332-852465A12517}"/>
                  </a:ext>
                </a:extLst>
              </p:cNvPr>
              <p:cNvPicPr/>
              <p:nvPr/>
            </p:nvPicPr>
            <p:blipFill>
              <a:blip r:embed="rId3"/>
              <a:stretch>
                <a:fillRect/>
              </a:stretch>
            </p:blipFill>
            <p:spPr>
              <a:xfrm>
                <a:off x="3632576" y="4910841"/>
                <a:ext cx="12600" cy="12600"/>
              </a:xfrm>
              <a:prstGeom prst="rect">
                <a:avLst/>
              </a:prstGeom>
            </p:spPr>
          </p:pic>
        </mc:Fallback>
      </mc:AlternateContent>
      <p:pic>
        <p:nvPicPr>
          <p:cNvPr id="4" name="Picture 3">
            <a:extLst>
              <a:ext uri="{FF2B5EF4-FFF2-40B4-BE49-F238E27FC236}">
                <a16:creationId xmlns:a16="http://schemas.microsoft.com/office/drawing/2014/main" id="{44756C3F-2EDD-E18C-02A6-9955FB5F9F12}"/>
              </a:ext>
            </a:extLst>
          </p:cNvPr>
          <p:cNvPicPr>
            <a:picLocks noChangeAspect="1"/>
          </p:cNvPicPr>
          <p:nvPr/>
        </p:nvPicPr>
        <p:blipFill>
          <a:blip r:embed="rId4"/>
          <a:stretch>
            <a:fillRect/>
          </a:stretch>
        </p:blipFill>
        <p:spPr>
          <a:xfrm>
            <a:off x="0" y="1674892"/>
            <a:ext cx="9144000" cy="3241709"/>
          </a:xfrm>
          <a:prstGeom prst="rect">
            <a:avLst/>
          </a:prstGeom>
        </p:spPr>
      </p:pic>
    </p:spTree>
    <p:extLst>
      <p:ext uri="{BB962C8B-B14F-4D97-AF65-F5344CB8AC3E}">
        <p14:creationId xmlns:p14="http://schemas.microsoft.com/office/powerpoint/2010/main" val="404332614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8</a:t>
            </a:fld>
            <a:endParaRPr lang="en-US" sz="600" dirty="0"/>
          </a:p>
        </p:txBody>
      </p:sp>
      <p:sp>
        <p:nvSpPr>
          <p:cNvPr id="9" name="Title 3">
            <a:extLst>
              <a:ext uri="{FF2B5EF4-FFF2-40B4-BE49-F238E27FC236}">
                <a16:creationId xmlns:a16="http://schemas.microsoft.com/office/drawing/2014/main" id="{3D39055D-8A43-4728-A031-2250C9181035}"/>
              </a:ext>
            </a:extLst>
          </p:cNvPr>
          <p:cNvSpPr>
            <a:spLocks noGrp="1"/>
          </p:cNvSpPr>
          <p:nvPr>
            <p:ph type="title"/>
          </p:nvPr>
        </p:nvSpPr>
        <p:spPr>
          <a:xfrm>
            <a:off x="294336" y="247098"/>
            <a:ext cx="8390859" cy="348245"/>
          </a:xfrm>
        </p:spPr>
        <p:txBody>
          <a:bodyP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br>
              <a:rPr kumimoji="0" lang="en-US" sz="1600" b="1" i="0" u="none" strike="noStrike" kern="1200" cap="all" spc="0" normalizeH="0" baseline="0" noProof="0" dirty="0">
                <a:ln>
                  <a:noFill/>
                </a:ln>
                <a:solidFill>
                  <a:srgbClr val="44546A"/>
                </a:solidFill>
                <a:effectLst/>
                <a:uLnTx/>
                <a:uFillTx/>
                <a:latin typeface="Trebuchet MS" panose="020B0703020202090204" pitchFamily="34" charset="0"/>
                <a:ea typeface="+mn-ea"/>
                <a:cs typeface="+mn-cs"/>
              </a:rPr>
            </a:br>
            <a:r>
              <a:rPr lang="en-US" sz="1600" cap="all" dirty="0">
                <a:solidFill>
                  <a:schemeClr val="tx1"/>
                </a:solidFill>
                <a:latin typeface="Trebuchet MS" panose="020B0703020202090204" pitchFamily="34" charset="0"/>
                <a:ea typeface="+mn-ea"/>
                <a:cs typeface="+mn-cs"/>
              </a:rPr>
              <a:t>Production- Packaging Line </a:t>
            </a:r>
          </a:p>
        </p:txBody>
      </p:sp>
      <p:sp>
        <p:nvSpPr>
          <p:cNvPr id="11" name="Rectangle 10">
            <a:extLst>
              <a:ext uri="{FF2B5EF4-FFF2-40B4-BE49-F238E27FC236}">
                <a16:creationId xmlns:a16="http://schemas.microsoft.com/office/drawing/2014/main" id="{5E641CE9-AA77-41F3-8C28-87B46A9A1F77}"/>
              </a:ext>
            </a:extLst>
          </p:cNvPr>
          <p:cNvSpPr/>
          <p:nvPr/>
        </p:nvSpPr>
        <p:spPr>
          <a:xfrm>
            <a:off x="387569" y="5788081"/>
            <a:ext cx="4819767" cy="523220"/>
          </a:xfrm>
          <a:prstGeom prst="rect">
            <a:avLst/>
          </a:prstGeom>
        </p:spPr>
        <p:txBody>
          <a:bodyPr wrap="square">
            <a:spAutoFit/>
          </a:bodyPr>
          <a:lstStyle/>
          <a:p>
            <a:pPr marL="285750" indent="-285750">
              <a:buFont typeface="Wingdings" panose="05000000000000000000" pitchFamily="2" charset="2"/>
              <a:buChar char="§"/>
            </a:pPr>
            <a:r>
              <a:rPr lang="en-US" sz="1400" dirty="0">
                <a:latin typeface="Trebuchet MS" panose="020B0603020202020204" pitchFamily="34" charset="0"/>
              </a:rPr>
              <a:t>August actual: 1,780 cases above budget.</a:t>
            </a:r>
          </a:p>
          <a:p>
            <a:endParaRPr lang="en-US" sz="1400" dirty="0">
              <a:latin typeface="Trebuchet MS" panose="020B0603020202020204" pitchFamily="34" charset="0"/>
            </a:endParaRPr>
          </a:p>
        </p:txBody>
      </p:sp>
      <p:pic>
        <p:nvPicPr>
          <p:cNvPr id="3" name="Picture 2">
            <a:extLst>
              <a:ext uri="{FF2B5EF4-FFF2-40B4-BE49-F238E27FC236}">
                <a16:creationId xmlns:a16="http://schemas.microsoft.com/office/drawing/2014/main" id="{48168952-5CDE-201F-C972-58E09BC1FCE5}"/>
              </a:ext>
            </a:extLst>
          </p:cNvPr>
          <p:cNvPicPr>
            <a:picLocks noChangeAspect="1"/>
          </p:cNvPicPr>
          <p:nvPr/>
        </p:nvPicPr>
        <p:blipFill>
          <a:blip r:embed="rId2"/>
          <a:stretch>
            <a:fillRect/>
          </a:stretch>
        </p:blipFill>
        <p:spPr>
          <a:xfrm>
            <a:off x="159788" y="1347696"/>
            <a:ext cx="8824423" cy="4162608"/>
          </a:xfrm>
          <a:prstGeom prst="rect">
            <a:avLst/>
          </a:prstGeom>
        </p:spPr>
      </p:pic>
    </p:spTree>
    <p:extLst>
      <p:ext uri="{BB962C8B-B14F-4D97-AF65-F5344CB8AC3E}">
        <p14:creationId xmlns:p14="http://schemas.microsoft.com/office/powerpoint/2010/main" val="333037039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9</a:t>
            </a:fld>
            <a:endParaRPr lang="en-US" sz="600" dirty="0"/>
          </a:p>
        </p:txBody>
      </p:sp>
      <p:sp>
        <p:nvSpPr>
          <p:cNvPr id="4" name="Title 3">
            <a:extLst>
              <a:ext uri="{FF2B5EF4-FFF2-40B4-BE49-F238E27FC236}">
                <a16:creationId xmlns:a16="http://schemas.microsoft.com/office/drawing/2014/main" id="{6F9B0024-D75D-4F42-B1B6-46E4A2544574}"/>
              </a:ext>
            </a:extLst>
          </p:cNvPr>
          <p:cNvSpPr>
            <a:spLocks noGrp="1"/>
          </p:cNvSpPr>
          <p:nvPr>
            <p:ph type="title"/>
          </p:nvPr>
        </p:nvSpPr>
        <p:spPr>
          <a:xfrm>
            <a:off x="285620" y="88616"/>
            <a:ext cx="7551773" cy="410241"/>
          </a:xfrm>
        </p:spPr>
        <p:txBody>
          <a:bodyP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br>
              <a:rPr kumimoji="0" lang="en-US" sz="1600" b="1" i="0" u="none" strike="noStrike" kern="1200" cap="all" spc="0" normalizeH="0" baseline="0" noProof="0" dirty="0">
                <a:ln>
                  <a:noFill/>
                </a:ln>
                <a:solidFill>
                  <a:srgbClr val="44546A"/>
                </a:solidFill>
                <a:effectLst/>
                <a:uLnTx/>
                <a:uFillTx/>
                <a:latin typeface="Trebuchet MS" panose="020B0703020202090204" pitchFamily="34" charset="0"/>
                <a:ea typeface="+mn-ea"/>
                <a:cs typeface="+mn-cs"/>
              </a:rPr>
            </a:br>
            <a:r>
              <a:rPr lang="en-US" sz="1600" cap="all" dirty="0">
                <a:solidFill>
                  <a:schemeClr val="tx1"/>
                </a:solidFill>
                <a:latin typeface="Trebuchet MS" panose="020B0703020202090204" pitchFamily="34" charset="0"/>
                <a:ea typeface="+mn-ea"/>
                <a:cs typeface="+mn-cs"/>
              </a:rPr>
              <a:t>Production- Packaging Line </a:t>
            </a:r>
          </a:p>
        </p:txBody>
      </p:sp>
      <p:sp>
        <p:nvSpPr>
          <p:cNvPr id="9" name="Rectangle 8">
            <a:extLst>
              <a:ext uri="{FF2B5EF4-FFF2-40B4-BE49-F238E27FC236}">
                <a16:creationId xmlns:a16="http://schemas.microsoft.com/office/drawing/2014/main" id="{309F6322-D93E-4096-A2A2-96EB8227B3E8}"/>
              </a:ext>
            </a:extLst>
          </p:cNvPr>
          <p:cNvSpPr/>
          <p:nvPr/>
        </p:nvSpPr>
        <p:spPr>
          <a:xfrm>
            <a:off x="478469" y="5872214"/>
            <a:ext cx="7749089" cy="705706"/>
          </a:xfrm>
          <a:prstGeom prst="rect">
            <a:avLst/>
          </a:prstGeom>
        </p:spPr>
        <p:txBody>
          <a:bodyPr wrap="square">
            <a:spAutoFit/>
          </a:bodyPr>
          <a:lstStyle/>
          <a:p>
            <a:pPr marL="285750" indent="-285750">
              <a:lnSpc>
                <a:spcPct val="150000"/>
              </a:lnSpc>
              <a:buFont typeface="Wingdings" panose="05000000000000000000" pitchFamily="2" charset="2"/>
              <a:buChar char="§"/>
            </a:pPr>
            <a:r>
              <a:rPr lang="en-US" sz="1400" dirty="0">
                <a:latin typeface="Trebuchet MS" panose="020B0603020202020204" pitchFamily="34" charset="0"/>
              </a:rPr>
              <a:t>YTD actual –60,544 cases under budget</a:t>
            </a:r>
          </a:p>
          <a:p>
            <a:pPr marL="285750" indent="-285750">
              <a:lnSpc>
                <a:spcPct val="150000"/>
              </a:lnSpc>
              <a:buFont typeface="Wingdings" panose="05000000000000000000" pitchFamily="2" charset="2"/>
              <a:buChar char="§"/>
            </a:pPr>
            <a:r>
              <a:rPr lang="en-US" sz="1400" dirty="0">
                <a:latin typeface="Trebuchet MS" panose="020B0603020202020204" pitchFamily="34" charset="0"/>
              </a:rPr>
              <a:t>YTD 2026 – 3,094 cases under 2025 Actual cases</a:t>
            </a:r>
            <a:endParaRPr lang="en-US" sz="1400" dirty="0">
              <a:latin typeface="Aptos" panose="020B0004020202020204"/>
              <a:ea typeface="Calibri"/>
              <a:cs typeface="Calibri"/>
            </a:endParaRPr>
          </a:p>
        </p:txBody>
      </p:sp>
      <p:pic>
        <p:nvPicPr>
          <p:cNvPr id="8" name="Picture 7">
            <a:extLst>
              <a:ext uri="{FF2B5EF4-FFF2-40B4-BE49-F238E27FC236}">
                <a16:creationId xmlns:a16="http://schemas.microsoft.com/office/drawing/2014/main" id="{85B55E7D-0B52-DC37-606A-0F06C3E7F0A4}"/>
              </a:ext>
            </a:extLst>
          </p:cNvPr>
          <p:cNvPicPr>
            <a:picLocks noChangeAspect="1"/>
          </p:cNvPicPr>
          <p:nvPr/>
        </p:nvPicPr>
        <p:blipFill>
          <a:blip r:embed="rId2"/>
          <a:stretch>
            <a:fillRect/>
          </a:stretch>
        </p:blipFill>
        <p:spPr>
          <a:xfrm>
            <a:off x="859761" y="985786"/>
            <a:ext cx="7367797" cy="4849123"/>
          </a:xfrm>
          <a:prstGeom prst="rect">
            <a:avLst/>
          </a:prstGeom>
        </p:spPr>
      </p:pic>
    </p:spTree>
    <p:extLst>
      <p:ext uri="{BB962C8B-B14F-4D97-AF65-F5344CB8AC3E}">
        <p14:creationId xmlns:p14="http://schemas.microsoft.com/office/powerpoint/2010/main" val="105915834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10</a:t>
            </a:fld>
            <a:endParaRPr lang="en-US" sz="600" dirty="0"/>
          </a:p>
        </p:txBody>
      </p:sp>
      <p:sp>
        <p:nvSpPr>
          <p:cNvPr id="4" name="Title 3">
            <a:extLst>
              <a:ext uri="{FF2B5EF4-FFF2-40B4-BE49-F238E27FC236}">
                <a16:creationId xmlns:a16="http://schemas.microsoft.com/office/drawing/2014/main" id="{BB330E00-FAC5-4DB1-B209-FE62A703DB4E}"/>
              </a:ext>
            </a:extLst>
          </p:cNvPr>
          <p:cNvSpPr>
            <a:spLocks noGrp="1"/>
          </p:cNvSpPr>
          <p:nvPr>
            <p:ph type="title"/>
          </p:nvPr>
        </p:nvSpPr>
        <p:spPr>
          <a:xfrm>
            <a:off x="316767" y="328730"/>
            <a:ext cx="7551773" cy="381846"/>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cap="all">
                <a:solidFill>
                  <a:schemeClr val="tx1"/>
                </a:solidFill>
                <a:latin typeface="Trebuchet MS" panose="020B0703020202090204" pitchFamily="34" charset="0"/>
                <a:ea typeface="+mn-ea"/>
                <a:cs typeface="+mn-cs"/>
              </a:rPr>
              <a:t>Production- Packaging Line </a:t>
            </a:r>
            <a:endParaRPr lang="en-US" sz="1600" cap="all" dirty="0">
              <a:solidFill>
                <a:schemeClr val="tx1"/>
              </a:solidFill>
              <a:latin typeface="Trebuchet MS" panose="020B0703020202090204" pitchFamily="34" charset="0"/>
              <a:ea typeface="+mn-ea"/>
              <a:cs typeface="+mn-cs"/>
            </a:endParaRPr>
          </a:p>
        </p:txBody>
      </p:sp>
      <p:pic>
        <p:nvPicPr>
          <p:cNvPr id="5" name="Picture 4">
            <a:extLst>
              <a:ext uri="{FF2B5EF4-FFF2-40B4-BE49-F238E27FC236}">
                <a16:creationId xmlns:a16="http://schemas.microsoft.com/office/drawing/2014/main" id="{09158BE5-3E86-194C-7FD5-B3ED7A5B5153}"/>
              </a:ext>
            </a:extLst>
          </p:cNvPr>
          <p:cNvPicPr>
            <a:picLocks noChangeAspect="1"/>
          </p:cNvPicPr>
          <p:nvPr/>
        </p:nvPicPr>
        <p:blipFill>
          <a:blip r:embed="rId2"/>
          <a:stretch>
            <a:fillRect/>
          </a:stretch>
        </p:blipFill>
        <p:spPr>
          <a:xfrm>
            <a:off x="0" y="1706591"/>
            <a:ext cx="9144000" cy="3546967"/>
          </a:xfrm>
          <a:prstGeom prst="rect">
            <a:avLst/>
          </a:prstGeom>
        </p:spPr>
      </p:pic>
    </p:spTree>
    <p:extLst>
      <p:ext uri="{BB962C8B-B14F-4D97-AF65-F5344CB8AC3E}">
        <p14:creationId xmlns:p14="http://schemas.microsoft.com/office/powerpoint/2010/main" val="99292875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11</a:t>
            </a:fld>
            <a:endParaRPr lang="en-US" sz="600" dirty="0"/>
          </a:p>
        </p:txBody>
      </p:sp>
      <p:sp>
        <p:nvSpPr>
          <p:cNvPr id="4" name="Title 3">
            <a:extLst>
              <a:ext uri="{FF2B5EF4-FFF2-40B4-BE49-F238E27FC236}">
                <a16:creationId xmlns:a16="http://schemas.microsoft.com/office/drawing/2014/main" id="{BB330E00-FAC5-4DB1-B209-FE62A703DB4E}"/>
              </a:ext>
            </a:extLst>
          </p:cNvPr>
          <p:cNvSpPr>
            <a:spLocks noGrp="1"/>
          </p:cNvSpPr>
          <p:nvPr>
            <p:ph type="title"/>
          </p:nvPr>
        </p:nvSpPr>
        <p:spPr>
          <a:xfrm>
            <a:off x="316767" y="328730"/>
            <a:ext cx="7551773" cy="381846"/>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cap="all" dirty="0">
                <a:solidFill>
                  <a:schemeClr val="tx1"/>
                </a:solidFill>
                <a:latin typeface="Trebuchet MS" panose="020B0703020202090204" pitchFamily="34" charset="0"/>
                <a:ea typeface="+mn-ea"/>
                <a:cs typeface="+mn-cs"/>
              </a:rPr>
              <a:t>Production- Packaging Line </a:t>
            </a:r>
          </a:p>
        </p:txBody>
      </p:sp>
      <p:graphicFrame>
        <p:nvGraphicFramePr>
          <p:cNvPr id="8" name="Table 7">
            <a:extLst>
              <a:ext uri="{FF2B5EF4-FFF2-40B4-BE49-F238E27FC236}">
                <a16:creationId xmlns:a16="http://schemas.microsoft.com/office/drawing/2014/main" id="{234AD608-78D1-4B8E-8DFF-25ED5D6E9BD0}"/>
              </a:ext>
            </a:extLst>
          </p:cNvPr>
          <p:cNvGraphicFramePr>
            <a:graphicFrameLocks noGrp="1"/>
          </p:cNvGraphicFramePr>
          <p:nvPr>
            <p:extLst>
              <p:ext uri="{D42A27DB-BD31-4B8C-83A1-F6EECF244321}">
                <p14:modId xmlns:p14="http://schemas.microsoft.com/office/powerpoint/2010/main" val="1465239664"/>
              </p:ext>
            </p:extLst>
          </p:nvPr>
        </p:nvGraphicFramePr>
        <p:xfrm>
          <a:off x="6192667" y="3429000"/>
          <a:ext cx="1918587" cy="738663"/>
        </p:xfrm>
        <a:graphic>
          <a:graphicData uri="http://schemas.openxmlformats.org/drawingml/2006/table">
            <a:tbl>
              <a:tblPr>
                <a:tableStyleId>{5C22544A-7EE6-4342-B048-85BDC9FD1C3A}</a:tableStyleId>
              </a:tblPr>
              <a:tblGrid>
                <a:gridCol w="1918587">
                  <a:extLst>
                    <a:ext uri="{9D8B030D-6E8A-4147-A177-3AD203B41FA5}">
                      <a16:colId xmlns:a16="http://schemas.microsoft.com/office/drawing/2014/main" val="3597641172"/>
                    </a:ext>
                  </a:extLst>
                </a:gridCol>
              </a:tblGrid>
              <a:tr h="246221">
                <a:tc>
                  <a:txBody>
                    <a:bodyPr/>
                    <a:lstStyle/>
                    <a:p>
                      <a:pPr algn="l" fontAlgn="b"/>
                      <a:r>
                        <a:rPr lang="en-US" sz="1200" u="none" strike="noStrike" dirty="0">
                          <a:effectLst/>
                        </a:rPr>
                        <a:t>CBG Efficiency Budget</a:t>
                      </a:r>
                      <a:endParaRPr lang="en-US" sz="1200" b="1" i="0" u="none" strike="noStrike" dirty="0">
                        <a:solidFill>
                          <a:srgbClr val="000000"/>
                        </a:solidFill>
                        <a:effectLst/>
                        <a:latin typeface="Calibri" panose="020F0502020204030204" pitchFamily="34" charset="0"/>
                      </a:endParaRPr>
                    </a:p>
                  </a:txBody>
                  <a:tcPr marL="0" marR="0" marT="0" marB="0" anchor="b">
                    <a:solidFill>
                      <a:schemeClr val="bg1">
                        <a:lumMod val="95000"/>
                      </a:schemeClr>
                    </a:solidFill>
                  </a:tcPr>
                </a:tc>
                <a:extLst>
                  <a:ext uri="{0D108BD9-81ED-4DB2-BD59-A6C34878D82A}">
                    <a16:rowId xmlns:a16="http://schemas.microsoft.com/office/drawing/2014/main" val="3076851661"/>
                  </a:ext>
                </a:extLst>
              </a:tr>
              <a:tr h="246221">
                <a:tc>
                  <a:txBody>
                    <a:bodyPr/>
                    <a:lstStyle/>
                    <a:p>
                      <a:pPr algn="l" fontAlgn="b"/>
                      <a:r>
                        <a:rPr lang="en-US" sz="1200" u="none" strike="noStrike" dirty="0">
                          <a:effectLst/>
                        </a:rPr>
                        <a:t>CBG Efficiency Actual</a:t>
                      </a:r>
                      <a:endParaRPr lang="en-US" sz="1200" b="1" i="0" u="none" strike="noStrike" dirty="0">
                        <a:solidFill>
                          <a:srgbClr val="000000"/>
                        </a:solidFill>
                        <a:effectLst/>
                        <a:latin typeface="Calibri" panose="020F0502020204030204" pitchFamily="34" charset="0"/>
                      </a:endParaRPr>
                    </a:p>
                  </a:txBody>
                  <a:tcPr marL="0" marR="0" marT="0" marB="0" anchor="b">
                    <a:solidFill>
                      <a:schemeClr val="bg1">
                        <a:lumMod val="95000"/>
                      </a:schemeClr>
                    </a:solidFill>
                  </a:tcPr>
                </a:tc>
                <a:extLst>
                  <a:ext uri="{0D108BD9-81ED-4DB2-BD59-A6C34878D82A}">
                    <a16:rowId xmlns:a16="http://schemas.microsoft.com/office/drawing/2014/main" val="632588095"/>
                  </a:ext>
                </a:extLst>
              </a:tr>
              <a:tr h="246221">
                <a:tc>
                  <a:txBody>
                    <a:bodyPr/>
                    <a:lstStyle/>
                    <a:p>
                      <a:pPr algn="l" fontAlgn="b"/>
                      <a:r>
                        <a:rPr lang="en-US" sz="1200" u="none" strike="noStrike" dirty="0">
                          <a:effectLst/>
                        </a:rPr>
                        <a:t>CBG% Efficiency Achievement</a:t>
                      </a:r>
                      <a:endParaRPr lang="en-US" sz="1200" b="1" i="0" u="none" strike="noStrike" dirty="0">
                        <a:solidFill>
                          <a:srgbClr val="000000"/>
                        </a:solidFill>
                        <a:effectLst/>
                        <a:latin typeface="Calibri" panose="020F0502020204030204" pitchFamily="34" charset="0"/>
                      </a:endParaRPr>
                    </a:p>
                  </a:txBody>
                  <a:tcPr marL="0" marR="0" marT="0" marB="0" anchor="b">
                    <a:solidFill>
                      <a:schemeClr val="bg1">
                        <a:lumMod val="95000"/>
                      </a:schemeClr>
                    </a:solidFill>
                  </a:tcPr>
                </a:tc>
                <a:extLst>
                  <a:ext uri="{0D108BD9-81ED-4DB2-BD59-A6C34878D82A}">
                    <a16:rowId xmlns:a16="http://schemas.microsoft.com/office/drawing/2014/main" val="4243651714"/>
                  </a:ext>
                </a:extLst>
              </a:tr>
            </a:tbl>
          </a:graphicData>
        </a:graphic>
      </p:graphicFrame>
      <p:sp>
        <p:nvSpPr>
          <p:cNvPr id="12" name="Rectangle 11">
            <a:extLst>
              <a:ext uri="{FF2B5EF4-FFF2-40B4-BE49-F238E27FC236}">
                <a16:creationId xmlns:a16="http://schemas.microsoft.com/office/drawing/2014/main" id="{2E4196BD-DB86-4205-BD70-0C72E73E56E7}"/>
              </a:ext>
            </a:extLst>
          </p:cNvPr>
          <p:cNvSpPr/>
          <p:nvPr/>
        </p:nvSpPr>
        <p:spPr>
          <a:xfrm>
            <a:off x="6192667" y="2067368"/>
            <a:ext cx="2951333" cy="738664"/>
          </a:xfrm>
          <a:prstGeom prst="rect">
            <a:avLst/>
          </a:prstGeom>
        </p:spPr>
        <p:txBody>
          <a:bodyPr wrap="square">
            <a:spAutoFit/>
          </a:bodyPr>
          <a:lstStyle/>
          <a:p>
            <a:pPr marL="285750" indent="-285750">
              <a:buFont typeface="Wingdings" panose="05000000000000000000" pitchFamily="2" charset="2"/>
              <a:buChar char="§"/>
            </a:pPr>
            <a:r>
              <a:rPr lang="en-TT" sz="1400" b="1" dirty="0">
                <a:latin typeface="Calibri" panose="020F0502020204030204" pitchFamily="34" charset="0"/>
              </a:rPr>
              <a:t>Line</a:t>
            </a:r>
            <a:r>
              <a:rPr lang="en-TT" sz="1400" dirty="0">
                <a:latin typeface="Calibri" panose="020F0502020204030204" pitchFamily="34" charset="0"/>
              </a:rPr>
              <a:t> </a:t>
            </a:r>
            <a:r>
              <a:rPr lang="en-TT" sz="1400" b="1" dirty="0">
                <a:latin typeface="Calibri" panose="020F0502020204030204" pitchFamily="34" charset="0"/>
              </a:rPr>
              <a:t>efficiency </a:t>
            </a:r>
            <a:r>
              <a:rPr lang="en-TT" sz="1400" dirty="0">
                <a:latin typeface="Calibri" panose="020F0502020204030204" pitchFamily="34" charset="0"/>
              </a:rPr>
              <a:t>–56.5</a:t>
            </a:r>
            <a:r>
              <a:rPr lang="en-TT" sz="1400" b="1" dirty="0">
                <a:latin typeface="Calibri" panose="020F0502020204030204" pitchFamily="34" charset="0"/>
              </a:rPr>
              <a:t>%</a:t>
            </a:r>
          </a:p>
          <a:p>
            <a:pPr marL="285750" indent="-285750">
              <a:buFont typeface="Wingdings" panose="05000000000000000000" pitchFamily="2" charset="2"/>
              <a:buChar char="§"/>
            </a:pPr>
            <a:endParaRPr lang="en-TT" sz="1400" dirty="0">
              <a:latin typeface="Calibri" panose="020F0502020204030204" pitchFamily="34" charset="0"/>
            </a:endParaRPr>
          </a:p>
          <a:p>
            <a:pPr marL="285750" indent="-285750">
              <a:buFont typeface="Wingdings" panose="05000000000000000000" pitchFamily="2" charset="2"/>
              <a:buChar char="§"/>
            </a:pPr>
            <a:r>
              <a:rPr lang="en-TT" sz="1400" dirty="0">
                <a:latin typeface="Calibri" panose="020F0502020204030204" pitchFamily="34" charset="0"/>
              </a:rPr>
              <a:t>9.5%  below target </a:t>
            </a:r>
            <a:r>
              <a:rPr lang="en-TT" sz="1400" dirty="0">
                <a:latin typeface="Calibri" panose="020F0502020204030204" pitchFamily="34" charset="0"/>
                <a:cs typeface="Calibri"/>
              </a:rPr>
              <a:t>for August.</a:t>
            </a:r>
            <a:endParaRPr lang="en-TT" sz="1400" dirty="0">
              <a:latin typeface="Calibri" panose="020F0502020204030204" pitchFamily="34" charset="0"/>
            </a:endParaRPr>
          </a:p>
        </p:txBody>
      </p:sp>
      <p:pic>
        <p:nvPicPr>
          <p:cNvPr id="5" name="Picture 4">
            <a:extLst>
              <a:ext uri="{FF2B5EF4-FFF2-40B4-BE49-F238E27FC236}">
                <a16:creationId xmlns:a16="http://schemas.microsoft.com/office/drawing/2014/main" id="{2B644BD7-78BB-7A09-A8FF-82B2D785D0D9}"/>
              </a:ext>
            </a:extLst>
          </p:cNvPr>
          <p:cNvPicPr>
            <a:picLocks noChangeAspect="1"/>
          </p:cNvPicPr>
          <p:nvPr/>
        </p:nvPicPr>
        <p:blipFill>
          <a:blip r:embed="rId2"/>
          <a:stretch>
            <a:fillRect/>
          </a:stretch>
        </p:blipFill>
        <p:spPr>
          <a:xfrm>
            <a:off x="0" y="1841498"/>
            <a:ext cx="5997673" cy="3255603"/>
          </a:xfrm>
          <a:prstGeom prst="rect">
            <a:avLst/>
          </a:prstGeom>
        </p:spPr>
      </p:pic>
      <p:pic>
        <p:nvPicPr>
          <p:cNvPr id="13" name="Picture 12">
            <a:extLst>
              <a:ext uri="{FF2B5EF4-FFF2-40B4-BE49-F238E27FC236}">
                <a16:creationId xmlns:a16="http://schemas.microsoft.com/office/drawing/2014/main" id="{862F7E6E-2F41-5D0C-E4C9-4A875BFB03C8}"/>
              </a:ext>
            </a:extLst>
          </p:cNvPr>
          <p:cNvPicPr>
            <a:picLocks noChangeAspect="1"/>
          </p:cNvPicPr>
          <p:nvPr/>
        </p:nvPicPr>
        <p:blipFill>
          <a:blip r:embed="rId3"/>
          <a:srcRect l="12104" r="19560"/>
          <a:stretch>
            <a:fillRect/>
          </a:stretch>
        </p:blipFill>
        <p:spPr>
          <a:xfrm>
            <a:off x="8138414" y="3343674"/>
            <a:ext cx="927270" cy="819150"/>
          </a:xfrm>
          <a:prstGeom prst="rect">
            <a:avLst/>
          </a:prstGeom>
        </p:spPr>
      </p:pic>
    </p:spTree>
    <p:extLst>
      <p:ext uri="{BB962C8B-B14F-4D97-AF65-F5344CB8AC3E}">
        <p14:creationId xmlns:p14="http://schemas.microsoft.com/office/powerpoint/2010/main" val="92712692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12</a:t>
            </a:fld>
            <a:endParaRPr lang="en-US" sz="600" dirty="0"/>
          </a:p>
        </p:txBody>
      </p:sp>
      <p:sp>
        <p:nvSpPr>
          <p:cNvPr id="4" name="Title 3">
            <a:extLst>
              <a:ext uri="{FF2B5EF4-FFF2-40B4-BE49-F238E27FC236}">
                <a16:creationId xmlns:a16="http://schemas.microsoft.com/office/drawing/2014/main" id="{BB330E00-FAC5-4DB1-B209-FE62A703DB4E}"/>
              </a:ext>
            </a:extLst>
          </p:cNvPr>
          <p:cNvSpPr>
            <a:spLocks noGrp="1"/>
          </p:cNvSpPr>
          <p:nvPr>
            <p:ph type="title"/>
          </p:nvPr>
        </p:nvSpPr>
        <p:spPr>
          <a:xfrm>
            <a:off x="316767" y="328730"/>
            <a:ext cx="7551773" cy="381846"/>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cap="all" dirty="0">
                <a:solidFill>
                  <a:schemeClr val="tx1"/>
                </a:solidFill>
                <a:latin typeface="Trebuchet MS" panose="020B0703020202090204" pitchFamily="34" charset="0"/>
                <a:ea typeface="+mn-ea"/>
                <a:cs typeface="+mn-cs"/>
              </a:rPr>
              <a:t>Production- Packaging Line </a:t>
            </a:r>
          </a:p>
        </p:txBody>
      </p:sp>
      <p:sp>
        <p:nvSpPr>
          <p:cNvPr id="6" name="Rectangle 5">
            <a:extLst>
              <a:ext uri="{FF2B5EF4-FFF2-40B4-BE49-F238E27FC236}">
                <a16:creationId xmlns:a16="http://schemas.microsoft.com/office/drawing/2014/main" id="{73BEBF6D-0233-4E66-8154-3098BAE4A5C9}"/>
              </a:ext>
            </a:extLst>
          </p:cNvPr>
          <p:cNvSpPr/>
          <p:nvPr/>
        </p:nvSpPr>
        <p:spPr>
          <a:xfrm>
            <a:off x="5890953" y="1924782"/>
            <a:ext cx="3174730" cy="738664"/>
          </a:xfrm>
          <a:prstGeom prst="rect">
            <a:avLst/>
          </a:prstGeom>
        </p:spPr>
        <p:txBody>
          <a:bodyPr wrap="square">
            <a:spAutoFit/>
          </a:bodyPr>
          <a:lstStyle/>
          <a:p>
            <a:pPr marL="285750" indent="-285750">
              <a:buFont typeface="Wingdings" panose="05000000000000000000" pitchFamily="2" charset="2"/>
              <a:buChar char="§"/>
            </a:pPr>
            <a:r>
              <a:rPr lang="en-TT" sz="1400" b="1" dirty="0">
                <a:latin typeface="Calibri" panose="020F0502020204030204" pitchFamily="34" charset="0"/>
              </a:rPr>
              <a:t>Line Utilization </a:t>
            </a:r>
            <a:r>
              <a:rPr lang="en-TT" sz="1400" dirty="0">
                <a:latin typeface="Calibri" panose="020F0502020204030204" pitchFamily="34" charset="0"/>
              </a:rPr>
              <a:t>–42.3</a:t>
            </a:r>
            <a:r>
              <a:rPr lang="en-US" sz="1400" b="1" dirty="0"/>
              <a:t>% </a:t>
            </a:r>
          </a:p>
          <a:p>
            <a:r>
              <a:rPr lang="en-US" sz="1400" dirty="0"/>
              <a:t> </a:t>
            </a:r>
            <a:endParaRPr lang="en-TT" sz="1400" dirty="0">
              <a:latin typeface="Calibri" panose="020F0502020204030204" pitchFamily="34" charset="0"/>
              <a:cs typeface="Calibri"/>
            </a:endParaRPr>
          </a:p>
          <a:p>
            <a:pPr marL="285750" indent="-285750">
              <a:buFont typeface="Wingdings" panose="05000000000000000000" pitchFamily="2" charset="2"/>
              <a:buChar char="§"/>
            </a:pPr>
            <a:r>
              <a:rPr lang="en-TT" sz="1400" dirty="0">
                <a:latin typeface="Calibri" panose="020F0502020204030204" pitchFamily="34" charset="0"/>
                <a:cs typeface="Calibri"/>
              </a:rPr>
              <a:t>13.7% under target for August.</a:t>
            </a:r>
            <a:endParaRPr lang="en-TT" sz="1400" dirty="0">
              <a:latin typeface="Calibri" panose="020F0502020204030204" pitchFamily="34" charset="0"/>
            </a:endParaRPr>
          </a:p>
        </p:txBody>
      </p:sp>
      <p:pic>
        <p:nvPicPr>
          <p:cNvPr id="5" name="Picture 4">
            <a:extLst>
              <a:ext uri="{FF2B5EF4-FFF2-40B4-BE49-F238E27FC236}">
                <a16:creationId xmlns:a16="http://schemas.microsoft.com/office/drawing/2014/main" id="{DB78F930-DD74-47E6-9BB3-E50639EEA82C}"/>
              </a:ext>
            </a:extLst>
          </p:cNvPr>
          <p:cNvPicPr>
            <a:picLocks noChangeAspect="1"/>
          </p:cNvPicPr>
          <p:nvPr/>
        </p:nvPicPr>
        <p:blipFill>
          <a:blip r:embed="rId2"/>
          <a:stretch>
            <a:fillRect/>
          </a:stretch>
        </p:blipFill>
        <p:spPr>
          <a:xfrm>
            <a:off x="5782070" y="3376029"/>
            <a:ext cx="2353694" cy="677322"/>
          </a:xfrm>
          <a:prstGeom prst="rect">
            <a:avLst/>
          </a:prstGeom>
        </p:spPr>
      </p:pic>
      <p:pic>
        <p:nvPicPr>
          <p:cNvPr id="3" name="Picture 2">
            <a:extLst>
              <a:ext uri="{FF2B5EF4-FFF2-40B4-BE49-F238E27FC236}">
                <a16:creationId xmlns:a16="http://schemas.microsoft.com/office/drawing/2014/main" id="{B58A12EC-4ED7-5CF6-8A61-59F20FE6C484}"/>
              </a:ext>
            </a:extLst>
          </p:cNvPr>
          <p:cNvPicPr>
            <a:picLocks noChangeAspect="1"/>
          </p:cNvPicPr>
          <p:nvPr/>
        </p:nvPicPr>
        <p:blipFill>
          <a:blip r:embed="rId3"/>
          <a:stretch>
            <a:fillRect/>
          </a:stretch>
        </p:blipFill>
        <p:spPr>
          <a:xfrm>
            <a:off x="44115" y="1359172"/>
            <a:ext cx="5737955" cy="3158507"/>
          </a:xfrm>
          <a:prstGeom prst="rect">
            <a:avLst/>
          </a:prstGeom>
        </p:spPr>
      </p:pic>
      <p:pic>
        <p:nvPicPr>
          <p:cNvPr id="10" name="Picture 9">
            <a:extLst>
              <a:ext uri="{FF2B5EF4-FFF2-40B4-BE49-F238E27FC236}">
                <a16:creationId xmlns:a16="http://schemas.microsoft.com/office/drawing/2014/main" id="{83902BA3-AC1B-F1CC-C4CB-EAB87AAB5AC2}"/>
              </a:ext>
            </a:extLst>
          </p:cNvPr>
          <p:cNvPicPr>
            <a:picLocks noChangeAspect="1"/>
          </p:cNvPicPr>
          <p:nvPr/>
        </p:nvPicPr>
        <p:blipFill>
          <a:blip r:embed="rId4"/>
          <a:srcRect l="17470" r="18720"/>
          <a:stretch>
            <a:fillRect/>
          </a:stretch>
        </p:blipFill>
        <p:spPr>
          <a:xfrm>
            <a:off x="8169966" y="3234201"/>
            <a:ext cx="929919" cy="819150"/>
          </a:xfrm>
          <a:prstGeom prst="rect">
            <a:avLst/>
          </a:prstGeom>
        </p:spPr>
      </p:pic>
    </p:spTree>
    <p:extLst>
      <p:ext uri="{BB962C8B-B14F-4D97-AF65-F5344CB8AC3E}">
        <p14:creationId xmlns:p14="http://schemas.microsoft.com/office/powerpoint/2010/main" val="116033677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13</a:t>
            </a:fld>
            <a:endParaRPr lang="en-US" sz="600" dirty="0"/>
          </a:p>
        </p:txBody>
      </p:sp>
      <p:sp>
        <p:nvSpPr>
          <p:cNvPr id="4" name="Title 3">
            <a:extLst>
              <a:ext uri="{FF2B5EF4-FFF2-40B4-BE49-F238E27FC236}">
                <a16:creationId xmlns:a16="http://schemas.microsoft.com/office/drawing/2014/main" id="{BB330E00-FAC5-4DB1-B209-FE62A703DB4E}"/>
              </a:ext>
            </a:extLst>
          </p:cNvPr>
          <p:cNvSpPr>
            <a:spLocks noGrp="1"/>
          </p:cNvSpPr>
          <p:nvPr>
            <p:ph type="title"/>
          </p:nvPr>
        </p:nvSpPr>
        <p:spPr>
          <a:xfrm>
            <a:off x="316767" y="328730"/>
            <a:ext cx="7551773" cy="381846"/>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cap="all" dirty="0">
                <a:solidFill>
                  <a:schemeClr val="tx1"/>
                </a:solidFill>
                <a:latin typeface="Trebuchet MS" panose="020B0703020202090204" pitchFamily="34" charset="0"/>
                <a:ea typeface="+mn-ea"/>
                <a:cs typeface="+mn-cs"/>
              </a:rPr>
              <a:t>Production- Packaging Line –OEE </a:t>
            </a:r>
          </a:p>
        </p:txBody>
      </p:sp>
      <p:sp>
        <p:nvSpPr>
          <p:cNvPr id="9" name="TextBox 8">
            <a:extLst>
              <a:ext uri="{FF2B5EF4-FFF2-40B4-BE49-F238E27FC236}">
                <a16:creationId xmlns:a16="http://schemas.microsoft.com/office/drawing/2014/main" id="{158CD823-669E-4938-A5E4-0BA7FFA51DE8}"/>
              </a:ext>
            </a:extLst>
          </p:cNvPr>
          <p:cNvSpPr txBox="1"/>
          <p:nvPr/>
        </p:nvSpPr>
        <p:spPr>
          <a:xfrm>
            <a:off x="465696" y="5413972"/>
            <a:ext cx="6020704" cy="5682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a:bodyPr>
          <a:lstStyle/>
          <a:p>
            <a:r>
              <a:rPr lang="en-US" sz="1400" dirty="0">
                <a:latin typeface="Open Sans SemiBold"/>
                <a:ea typeface="Open Sans SemiBold"/>
                <a:cs typeface="Open Sans SemiBold"/>
                <a:sym typeface="Open Sans SemiBold"/>
              </a:rPr>
              <a:t>August OEE Actual- 71.8% (0.2% under target)</a:t>
            </a:r>
          </a:p>
        </p:txBody>
      </p:sp>
      <p:pic>
        <p:nvPicPr>
          <p:cNvPr id="8" name="Picture 7">
            <a:extLst>
              <a:ext uri="{FF2B5EF4-FFF2-40B4-BE49-F238E27FC236}">
                <a16:creationId xmlns:a16="http://schemas.microsoft.com/office/drawing/2014/main" id="{6D1FACB9-95B2-216B-8F99-806A0D86FB91}"/>
              </a:ext>
            </a:extLst>
          </p:cNvPr>
          <p:cNvPicPr>
            <a:picLocks noChangeAspect="1"/>
          </p:cNvPicPr>
          <p:nvPr/>
        </p:nvPicPr>
        <p:blipFill>
          <a:blip r:embed="rId2"/>
          <a:stretch>
            <a:fillRect/>
          </a:stretch>
        </p:blipFill>
        <p:spPr>
          <a:xfrm>
            <a:off x="465696" y="1153864"/>
            <a:ext cx="8047417" cy="4170025"/>
          </a:xfrm>
          <a:prstGeom prst="rect">
            <a:avLst/>
          </a:prstGeom>
        </p:spPr>
      </p:pic>
    </p:spTree>
    <p:extLst>
      <p:ext uri="{BB962C8B-B14F-4D97-AF65-F5344CB8AC3E}">
        <p14:creationId xmlns:p14="http://schemas.microsoft.com/office/powerpoint/2010/main" val="158339383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7DA61-E9E7-F6F7-323F-5DDDAA4D2AFC}"/>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C29172B-FCF5-00DD-9581-69CAB7A6D709}"/>
              </a:ext>
            </a:extLst>
          </p:cNvPr>
          <p:cNvSpPr>
            <a:spLocks noGrp="1"/>
          </p:cNvSpPr>
          <p:nvPr>
            <p:ph type="sldNum" sz="quarter" idx="4"/>
          </p:nvPr>
        </p:nvSpPr>
        <p:spPr/>
        <p:txBody>
          <a:bodyPr/>
          <a:lstStyle/>
          <a:p>
            <a:fld id="{5E89B1FD-11B0-0F4B-A0BD-A76170B314AE}" type="slidenum">
              <a:rPr lang="en-US" smtClean="0"/>
              <a:pPr/>
              <a:t>14</a:t>
            </a:fld>
            <a:endParaRPr lang="en-US" sz="600" dirty="0"/>
          </a:p>
        </p:txBody>
      </p:sp>
      <p:sp>
        <p:nvSpPr>
          <p:cNvPr id="4" name="Title 3">
            <a:extLst>
              <a:ext uri="{FF2B5EF4-FFF2-40B4-BE49-F238E27FC236}">
                <a16:creationId xmlns:a16="http://schemas.microsoft.com/office/drawing/2014/main" id="{041A1845-797E-E985-E47C-91D5BA11CBC0}"/>
              </a:ext>
            </a:extLst>
          </p:cNvPr>
          <p:cNvSpPr>
            <a:spLocks noGrp="1"/>
          </p:cNvSpPr>
          <p:nvPr>
            <p:ph type="title"/>
          </p:nvPr>
        </p:nvSpPr>
        <p:spPr>
          <a:xfrm>
            <a:off x="316767" y="328730"/>
            <a:ext cx="7551773" cy="381846"/>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cap="all" dirty="0">
                <a:solidFill>
                  <a:schemeClr val="tx1"/>
                </a:solidFill>
                <a:latin typeface="Trebuchet MS" panose="020B0703020202090204" pitchFamily="34" charset="0"/>
                <a:ea typeface="+mn-ea"/>
                <a:cs typeface="+mn-cs"/>
              </a:rPr>
              <a:t>Production- Packaging Line –OEE </a:t>
            </a:r>
          </a:p>
        </p:txBody>
      </p:sp>
      <p:sp>
        <p:nvSpPr>
          <p:cNvPr id="3" name="TextBox 2">
            <a:extLst>
              <a:ext uri="{FF2B5EF4-FFF2-40B4-BE49-F238E27FC236}">
                <a16:creationId xmlns:a16="http://schemas.microsoft.com/office/drawing/2014/main" id="{E5B9D2AC-221D-812E-2557-412066F524FA}"/>
              </a:ext>
            </a:extLst>
          </p:cNvPr>
          <p:cNvSpPr txBox="1"/>
          <p:nvPr/>
        </p:nvSpPr>
        <p:spPr>
          <a:xfrm>
            <a:off x="610487" y="5406288"/>
            <a:ext cx="6020704" cy="8747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rtlCol="0" anchor="ctr">
            <a:normAutofit/>
          </a:bodyPr>
          <a:lstStyle/>
          <a:p>
            <a:r>
              <a:rPr lang="en-US" sz="1400" dirty="0">
                <a:latin typeface="Open Sans SemiBold"/>
                <a:ea typeface="Open Sans SemiBold"/>
                <a:cs typeface="Open Sans SemiBold"/>
                <a:sym typeface="Open Sans SemiBold"/>
              </a:rPr>
              <a:t>August OEE YTD – 66.8% </a:t>
            </a:r>
            <a:r>
              <a:rPr lang="en-US" sz="1400" b="0" dirty="0">
                <a:latin typeface="Open Sans SemiBold"/>
                <a:ea typeface="Open Sans SemiBold"/>
                <a:cs typeface="Open Sans SemiBold"/>
                <a:sym typeface="Open Sans SemiBold"/>
              </a:rPr>
              <a:t>(5.2% under target)</a:t>
            </a:r>
          </a:p>
          <a:p>
            <a:pPr algn="l"/>
            <a:endParaRPr lang="en-US" sz="1400" b="0" dirty="0">
              <a:latin typeface="Open Sans SemiBold"/>
              <a:ea typeface="Open Sans SemiBold"/>
              <a:cs typeface="Open Sans SemiBold"/>
              <a:sym typeface="Open Sans SemiBold"/>
            </a:endParaRPr>
          </a:p>
          <a:p>
            <a:pPr algn="l"/>
            <a:r>
              <a:rPr lang="en-US" sz="1200" dirty="0">
                <a:latin typeface="Open Sans SemiBold"/>
                <a:ea typeface="Open Sans SemiBold"/>
                <a:cs typeface="Open Sans SemiBold"/>
                <a:sym typeface="Open Sans SemiBold"/>
              </a:rPr>
              <a:t> </a:t>
            </a:r>
          </a:p>
        </p:txBody>
      </p:sp>
      <p:pic>
        <p:nvPicPr>
          <p:cNvPr id="6" name="Picture 5">
            <a:extLst>
              <a:ext uri="{FF2B5EF4-FFF2-40B4-BE49-F238E27FC236}">
                <a16:creationId xmlns:a16="http://schemas.microsoft.com/office/drawing/2014/main" id="{8E42216F-3C29-475C-4468-00B12902D187}"/>
              </a:ext>
            </a:extLst>
          </p:cNvPr>
          <p:cNvPicPr>
            <a:picLocks noChangeAspect="1"/>
          </p:cNvPicPr>
          <p:nvPr/>
        </p:nvPicPr>
        <p:blipFill>
          <a:blip r:embed="rId2"/>
          <a:stretch>
            <a:fillRect/>
          </a:stretch>
        </p:blipFill>
        <p:spPr>
          <a:xfrm>
            <a:off x="316767" y="1302464"/>
            <a:ext cx="8535798" cy="3993813"/>
          </a:xfrm>
          <a:prstGeom prst="rect">
            <a:avLst/>
          </a:prstGeom>
        </p:spPr>
      </p:pic>
    </p:spTree>
    <p:extLst>
      <p:ext uri="{BB962C8B-B14F-4D97-AF65-F5344CB8AC3E}">
        <p14:creationId xmlns:p14="http://schemas.microsoft.com/office/powerpoint/2010/main" val="219094998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15</a:t>
            </a:fld>
            <a:endParaRPr lang="en-US" sz="600" dirty="0"/>
          </a:p>
        </p:txBody>
      </p:sp>
      <p:sp>
        <p:nvSpPr>
          <p:cNvPr id="4" name="Title 3">
            <a:extLst>
              <a:ext uri="{FF2B5EF4-FFF2-40B4-BE49-F238E27FC236}">
                <a16:creationId xmlns:a16="http://schemas.microsoft.com/office/drawing/2014/main" id="{FC622077-54C4-4540-802D-745E7A85F28E}"/>
              </a:ext>
            </a:extLst>
          </p:cNvPr>
          <p:cNvSpPr txBox="1">
            <a:spLocks/>
          </p:cNvSpPr>
          <p:nvPr/>
        </p:nvSpPr>
        <p:spPr>
          <a:xfrm>
            <a:off x="276304" y="180528"/>
            <a:ext cx="8390859" cy="348245"/>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2000" b="1" kern="1200">
                <a:solidFill>
                  <a:srgbClr val="000000"/>
                </a:solidFill>
                <a:latin typeface="+mj-lt"/>
                <a:ea typeface="Open Sans Bold"/>
                <a:cs typeface="Open Sans Bold"/>
                <a:sym typeface="Open Sans Bold"/>
              </a:defRPr>
            </a:lvl1pPr>
          </a:lstStyle>
          <a:p>
            <a:r>
              <a:rPr lang="en-US" sz="1600" dirty="0">
                <a:latin typeface="Trebuchet MS" panose="020B0603020202020204" pitchFamily="34" charset="0"/>
              </a:rPr>
              <a:t>PRODUCTION- PACKAGING LINE  	</a:t>
            </a:r>
          </a:p>
        </p:txBody>
      </p:sp>
      <p:sp>
        <p:nvSpPr>
          <p:cNvPr id="8" name="TextBox 7">
            <a:extLst>
              <a:ext uri="{FF2B5EF4-FFF2-40B4-BE49-F238E27FC236}">
                <a16:creationId xmlns:a16="http://schemas.microsoft.com/office/drawing/2014/main" id="{560FE08D-8954-44B1-A413-FCF05BD3AD37}"/>
              </a:ext>
            </a:extLst>
          </p:cNvPr>
          <p:cNvSpPr txBox="1"/>
          <p:nvPr/>
        </p:nvSpPr>
        <p:spPr>
          <a:xfrm>
            <a:off x="4854139" y="74238"/>
            <a:ext cx="3852235" cy="6709529"/>
          </a:xfrm>
          <a:prstGeom prst="rect">
            <a:avLst/>
          </a:prstGeom>
          <a:noFill/>
        </p:spPr>
        <p:txBody>
          <a:bodyPr wrap="square" rtlCol="0" anchor="ctr">
            <a:spAutoFit/>
          </a:bodyPr>
          <a:lstStyle/>
          <a:p>
            <a:pPr marL="285750" indent="-285750">
              <a:buFont typeface="Wingdings" panose="05000000000000000000" pitchFamily="2" charset="2"/>
              <a:buChar char="§"/>
            </a:pPr>
            <a:r>
              <a:rPr lang="en-US" sz="1050" b="1" dirty="0"/>
              <a:t>Minor stops: (34.5hrs)</a:t>
            </a:r>
            <a:r>
              <a:rPr lang="en-US" sz="1050" dirty="0"/>
              <a:t> </a:t>
            </a:r>
          </a:p>
          <a:p>
            <a:pPr marL="628650" lvl="1" indent="-171450">
              <a:buFont typeface="Arial" panose="020B0604020202020204" pitchFamily="34" charset="0"/>
              <a:buChar char="•"/>
            </a:pPr>
            <a:r>
              <a:rPr lang="en-US" sz="1050" dirty="0"/>
              <a:t>High EBI rejection</a:t>
            </a:r>
          </a:p>
          <a:p>
            <a:pPr marL="628650" lvl="1" indent="-171450">
              <a:buFont typeface="Arial" panose="020B0604020202020204" pitchFamily="34" charset="0"/>
              <a:buChar char="•"/>
            </a:pPr>
            <a:r>
              <a:rPr lang="en-US" sz="1050" dirty="0" err="1"/>
              <a:t>Uncaser</a:t>
            </a:r>
            <a:r>
              <a:rPr lang="en-US" sz="1050" dirty="0"/>
              <a:t> head hitting crates</a:t>
            </a:r>
          </a:p>
          <a:p>
            <a:pPr marL="628650" lvl="1" indent="-171450">
              <a:buFont typeface="Arial" panose="020B0604020202020204" pitchFamily="34" charset="0"/>
              <a:buChar char="•"/>
            </a:pPr>
            <a:r>
              <a:rPr lang="en-US" sz="1050" dirty="0"/>
              <a:t>Fallen bottles in EBI Star wheel and OSW</a:t>
            </a:r>
          </a:p>
          <a:p>
            <a:pPr marL="628650" lvl="1" indent="-171450">
              <a:buFont typeface="Arial" panose="020B0604020202020204" pitchFamily="34" charset="0"/>
              <a:buChar char="•"/>
            </a:pPr>
            <a:r>
              <a:rPr lang="en-US" sz="1050" dirty="0"/>
              <a:t>Fallen bottles on Conveyor lines (shuffler, EBI infeed)</a:t>
            </a:r>
          </a:p>
          <a:p>
            <a:pPr marL="628650" lvl="1" indent="-171450">
              <a:buFont typeface="Arial" panose="020B0604020202020204" pitchFamily="34" charset="0"/>
              <a:buChar char="•"/>
            </a:pPr>
            <a:r>
              <a:rPr lang="en-US" sz="1050" dirty="0"/>
              <a:t>Fallen/broken bottles jamming in Washer infeed and discharge flaps</a:t>
            </a:r>
          </a:p>
          <a:p>
            <a:pPr marL="628650" lvl="1" indent="-171450">
              <a:buFont typeface="Arial" panose="020B0604020202020204" pitchFamily="34" charset="0"/>
              <a:buChar char="•"/>
            </a:pPr>
            <a:r>
              <a:rPr lang="en-US" sz="1050" dirty="0"/>
              <a:t>High rejection due to labels</a:t>
            </a:r>
          </a:p>
          <a:p>
            <a:pPr marL="628650" lvl="1" indent="-171450">
              <a:buFont typeface="Arial" panose="020B0604020202020204" pitchFamily="34" charset="0"/>
              <a:buChar char="•"/>
            </a:pPr>
            <a:r>
              <a:rPr lang="en-US" sz="1050" dirty="0"/>
              <a:t>Label adjustments (misaligned, flagging, missing &amp; start up adjustments)</a:t>
            </a:r>
          </a:p>
          <a:p>
            <a:pPr marL="628650" lvl="1" indent="-171450">
              <a:buFont typeface="Arial" panose="020B0604020202020204" pitchFamily="34" charset="0"/>
              <a:buChar char="•"/>
            </a:pPr>
            <a:r>
              <a:rPr lang="en-US" sz="1050" dirty="0"/>
              <a:t>Low temperature on pasteurizer </a:t>
            </a:r>
          </a:p>
          <a:p>
            <a:pPr marL="628650" lvl="1" indent="-171450">
              <a:buFont typeface="Arial" panose="020B0604020202020204" pitchFamily="34" charset="0"/>
              <a:buChar char="•"/>
            </a:pPr>
            <a:r>
              <a:rPr lang="en-US" sz="1050" dirty="0"/>
              <a:t>Crowner stuck in chute/hopper</a:t>
            </a:r>
          </a:p>
          <a:p>
            <a:pPr marL="628650" lvl="1" indent="-171450">
              <a:buFont typeface="Arial" panose="020B0604020202020204" pitchFamily="34" charset="0"/>
              <a:buChar char="•"/>
            </a:pPr>
            <a:r>
              <a:rPr lang="en-US" sz="1050" dirty="0"/>
              <a:t>Crowner self flushing</a:t>
            </a:r>
          </a:p>
          <a:p>
            <a:pPr lvl="1"/>
            <a:endParaRPr lang="en-US" sz="1050" dirty="0">
              <a:solidFill>
                <a:srgbClr val="FF0000"/>
              </a:solidFill>
              <a:highlight>
                <a:srgbClr val="FFFF00"/>
              </a:highlight>
            </a:endParaRPr>
          </a:p>
          <a:p>
            <a:pPr marL="171450" indent="-171450">
              <a:buFont typeface="Wingdings" panose="05000000000000000000" pitchFamily="2" charset="2"/>
              <a:buChar char="§"/>
            </a:pPr>
            <a:r>
              <a:rPr lang="en-US" sz="1050" b="1" dirty="0"/>
              <a:t>Breakdowns: (55.9hrs) </a:t>
            </a:r>
            <a:endParaRPr lang="en-US" sz="1050" dirty="0">
              <a:sym typeface="Helvetica Neue"/>
            </a:endParaRPr>
          </a:p>
          <a:p>
            <a:pPr marL="628650" lvl="1" indent="-171450">
              <a:buFont typeface="Arial" panose="020B0604020202020204" pitchFamily="34" charset="0"/>
              <a:buChar char="•"/>
            </a:pPr>
            <a:r>
              <a:rPr lang="en-US" sz="1050" dirty="0"/>
              <a:t>Damaged card on labeler</a:t>
            </a:r>
          </a:p>
          <a:p>
            <a:pPr marL="628650" lvl="1" indent="-171450">
              <a:buFont typeface="Arial" panose="020B0604020202020204" pitchFamily="34" charset="0"/>
              <a:buChar char="•"/>
            </a:pPr>
            <a:r>
              <a:rPr lang="en-US" sz="1050" dirty="0"/>
              <a:t>Adjusting drive belt for carton sealer</a:t>
            </a:r>
          </a:p>
          <a:p>
            <a:pPr marL="628650" lvl="1" indent="-171450">
              <a:buFont typeface="Arial" panose="020B0604020202020204" pitchFamily="34" charset="0"/>
              <a:buChar char="•"/>
            </a:pPr>
            <a:r>
              <a:rPr lang="en-US" sz="1050" dirty="0"/>
              <a:t>EBI infeed conveyor malfunction </a:t>
            </a:r>
          </a:p>
          <a:p>
            <a:pPr marL="628650" lvl="1" indent="-171450">
              <a:buFont typeface="Arial" panose="020B0604020202020204" pitchFamily="34" charset="0"/>
              <a:buChar char="•"/>
            </a:pPr>
            <a:r>
              <a:rPr lang="en-US" sz="1050" dirty="0"/>
              <a:t>Sealer malfunction - not sealing</a:t>
            </a:r>
          </a:p>
          <a:p>
            <a:pPr marL="628650" lvl="1" indent="-171450">
              <a:buFont typeface="Arial" panose="020B0604020202020204" pitchFamily="34" charset="0"/>
              <a:buChar char="•"/>
            </a:pPr>
            <a:r>
              <a:rPr lang="en-US" sz="1050" dirty="0"/>
              <a:t>Repairing bent bottle pad on labeler</a:t>
            </a:r>
          </a:p>
          <a:p>
            <a:pPr marL="628650" lvl="1" indent="-171450">
              <a:buFont typeface="Arial" panose="020B0604020202020204" pitchFamily="34" charset="0"/>
              <a:buChar char="•"/>
            </a:pPr>
            <a:r>
              <a:rPr lang="en-US" sz="1050" dirty="0"/>
              <a:t>Missing labels</a:t>
            </a:r>
          </a:p>
          <a:p>
            <a:pPr marL="628650" lvl="1" indent="-171450">
              <a:buFont typeface="Arial" panose="020B0604020202020204" pitchFamily="34" charset="0"/>
              <a:buChar char="•"/>
            </a:pPr>
            <a:r>
              <a:rPr lang="en-US" sz="1050" dirty="0"/>
              <a:t>Magazine repairs and adjustment</a:t>
            </a:r>
          </a:p>
          <a:p>
            <a:pPr marL="628650" lvl="1" indent="-171450">
              <a:buFont typeface="Arial" panose="020B0604020202020204" pitchFamily="34" charset="0"/>
              <a:buChar char="•"/>
            </a:pPr>
            <a:r>
              <a:rPr lang="en-US" sz="1050" dirty="0"/>
              <a:t>Pumps #4 &amp; #5 cut off (flap jammed) on pasteurizer</a:t>
            </a:r>
          </a:p>
          <a:p>
            <a:pPr marL="628650" lvl="1" indent="-171450">
              <a:buFont typeface="Arial" panose="020B0604020202020204" pitchFamily="34" charset="0"/>
              <a:buChar char="•"/>
            </a:pPr>
            <a:r>
              <a:rPr lang="en-US" sz="1050" dirty="0"/>
              <a:t>Issues with filler rotating plate</a:t>
            </a:r>
          </a:p>
          <a:p>
            <a:pPr marL="628650" lvl="1" indent="-171450">
              <a:buFont typeface="Arial" panose="020B0604020202020204" pitchFamily="34" charset="0"/>
              <a:buChar char="•"/>
            </a:pPr>
            <a:r>
              <a:rPr lang="en-US" sz="1050" dirty="0"/>
              <a:t>Crowner not releasing crown</a:t>
            </a:r>
          </a:p>
          <a:p>
            <a:pPr marL="628650" lvl="1" indent="-171450">
              <a:buFont typeface="Arial" panose="020B0604020202020204" pitchFamily="34" charset="0"/>
              <a:buChar char="•"/>
            </a:pPr>
            <a:r>
              <a:rPr lang="en-US" sz="1050" dirty="0"/>
              <a:t>Communication fault on filler</a:t>
            </a:r>
          </a:p>
          <a:p>
            <a:pPr marL="628650" lvl="1" indent="-171450">
              <a:buFont typeface="Arial" panose="020B0604020202020204" pitchFamily="34" charset="0"/>
              <a:buChar char="•"/>
            </a:pPr>
            <a:r>
              <a:rPr lang="en-US" sz="1050" dirty="0"/>
              <a:t> Communication problem between EBI and filler (sensor malfunction)</a:t>
            </a:r>
          </a:p>
          <a:p>
            <a:pPr marL="628650" lvl="1" indent="-171450">
              <a:buFont typeface="Arial" panose="020B0604020202020204" pitchFamily="34" charset="0"/>
              <a:buChar char="•"/>
            </a:pPr>
            <a:r>
              <a:rPr lang="en-US" sz="1050" dirty="0"/>
              <a:t>False EBI rejection</a:t>
            </a:r>
          </a:p>
          <a:p>
            <a:pPr marL="628650" lvl="1" indent="-171450">
              <a:buFont typeface="Arial" panose="020B0604020202020204" pitchFamily="34" charset="0"/>
              <a:buChar char="•"/>
            </a:pPr>
            <a:r>
              <a:rPr lang="en-US" sz="1050" dirty="0" err="1"/>
              <a:t>Uncaser</a:t>
            </a:r>
            <a:r>
              <a:rPr lang="en-US" sz="1050" dirty="0"/>
              <a:t> head malfunction </a:t>
            </a:r>
          </a:p>
          <a:p>
            <a:pPr lvl="1">
              <a:lnSpc>
                <a:spcPts val="1200"/>
              </a:lnSpc>
              <a:defRPr/>
            </a:pPr>
            <a:endParaRPr lang="en-US" sz="1050" dirty="0">
              <a:solidFill>
                <a:srgbClr val="FF0000"/>
              </a:solidFill>
              <a:highlight>
                <a:srgbClr val="FFFF00"/>
              </a:highlight>
            </a:endParaRPr>
          </a:p>
          <a:p>
            <a:pPr marL="171450" indent="-171450">
              <a:buFont typeface="Wingdings" panose="05000000000000000000" pitchFamily="2" charset="2"/>
              <a:buChar char="§"/>
            </a:pPr>
            <a:r>
              <a:rPr lang="en-US" sz="1050" b="1" dirty="0"/>
              <a:t>External: (39hrs)</a:t>
            </a:r>
          </a:p>
          <a:p>
            <a:pPr marL="628650" lvl="1" indent="-171450">
              <a:buFont typeface="Arial" panose="020B0604020202020204" pitchFamily="34" charset="0"/>
              <a:buChar char="•"/>
            </a:pPr>
            <a:r>
              <a:rPr lang="en-US" sz="1050" dirty="0"/>
              <a:t>Product Delay (6.4hrs)</a:t>
            </a:r>
          </a:p>
          <a:p>
            <a:pPr marL="628650" lvl="1" indent="-171450">
              <a:buFont typeface="Arial" panose="020B0604020202020204" pitchFamily="34" charset="0"/>
              <a:buChar char="•"/>
            </a:pPr>
            <a:r>
              <a:rPr lang="en-US" sz="1050" dirty="0"/>
              <a:t>Washer loading (4.7hrs)</a:t>
            </a:r>
          </a:p>
          <a:p>
            <a:pPr marL="628650" lvl="1" indent="-171450">
              <a:buFont typeface="Arial" panose="020B0604020202020204" pitchFamily="34" charset="0"/>
              <a:buChar char="•"/>
            </a:pPr>
            <a:r>
              <a:rPr lang="en-US" sz="1050" dirty="0"/>
              <a:t>Lunch break due to lack of manpower (4.6hrs)</a:t>
            </a:r>
          </a:p>
          <a:p>
            <a:pPr marL="628650" lvl="1" indent="-171450">
              <a:buFont typeface="Arial" panose="020B0604020202020204" pitchFamily="34" charset="0"/>
              <a:buChar char="•"/>
            </a:pPr>
            <a:r>
              <a:rPr lang="en-US" sz="1050" dirty="0"/>
              <a:t>Space availability constraints (4.5hrs)</a:t>
            </a:r>
          </a:p>
          <a:p>
            <a:pPr marL="628650" lvl="1" indent="-171450">
              <a:buFont typeface="Arial" panose="020B0604020202020204" pitchFamily="34" charset="0"/>
              <a:buChar char="•"/>
            </a:pPr>
            <a:r>
              <a:rPr lang="en-US" sz="1050" dirty="0"/>
              <a:t>High rejection due to rewashed bottles (4.1hrs)</a:t>
            </a:r>
          </a:p>
          <a:p>
            <a:pPr marL="628650" lvl="1" indent="-171450">
              <a:buFont typeface="Arial" panose="020B0604020202020204" pitchFamily="34" charset="0"/>
              <a:buChar char="•"/>
            </a:pPr>
            <a:r>
              <a:rPr lang="en-US" sz="1050" dirty="0"/>
              <a:t>Waiting on crates (1.2hrs)</a:t>
            </a:r>
          </a:p>
          <a:p>
            <a:pPr lvl="1"/>
            <a:endParaRPr lang="en-US" sz="1050" dirty="0">
              <a:solidFill>
                <a:srgbClr val="FF0000"/>
              </a:solidFill>
              <a:highlight>
                <a:srgbClr val="FFFF00"/>
              </a:highlight>
            </a:endParaRPr>
          </a:p>
          <a:p>
            <a:pPr marL="356616" lvl="3"/>
            <a:r>
              <a:rPr lang="en-US" sz="1050" b="1" dirty="0"/>
              <a:t>28 Change over: </a:t>
            </a:r>
            <a:r>
              <a:rPr lang="en-US" sz="1050" dirty="0"/>
              <a:t>(</a:t>
            </a:r>
            <a:r>
              <a:rPr lang="en-US" sz="1050" b="1" dirty="0"/>
              <a:t>22.2hrs)</a:t>
            </a:r>
            <a:r>
              <a:rPr lang="en-US" sz="1050" dirty="0"/>
              <a:t> </a:t>
            </a:r>
            <a:endParaRPr lang="en-US" sz="1050" b="1" dirty="0"/>
          </a:p>
        </p:txBody>
      </p:sp>
      <p:pic>
        <p:nvPicPr>
          <p:cNvPr id="5" name="Picture 4">
            <a:extLst>
              <a:ext uri="{FF2B5EF4-FFF2-40B4-BE49-F238E27FC236}">
                <a16:creationId xmlns:a16="http://schemas.microsoft.com/office/drawing/2014/main" id="{3691D2CE-AA40-7CD9-5CFF-5A9209C3118B}"/>
              </a:ext>
            </a:extLst>
          </p:cNvPr>
          <p:cNvPicPr>
            <a:picLocks noChangeAspect="1"/>
          </p:cNvPicPr>
          <p:nvPr/>
        </p:nvPicPr>
        <p:blipFill>
          <a:blip r:embed="rId3"/>
          <a:stretch>
            <a:fillRect/>
          </a:stretch>
        </p:blipFill>
        <p:spPr>
          <a:xfrm>
            <a:off x="0" y="1919336"/>
            <a:ext cx="5069941" cy="2716038"/>
          </a:xfrm>
          <a:prstGeom prst="rect">
            <a:avLst/>
          </a:prstGeom>
        </p:spPr>
      </p:pic>
    </p:spTree>
    <p:extLst>
      <p:ext uri="{BB962C8B-B14F-4D97-AF65-F5344CB8AC3E}">
        <p14:creationId xmlns:p14="http://schemas.microsoft.com/office/powerpoint/2010/main" val="250002840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16</a:t>
            </a:fld>
            <a:endParaRPr lang="en-US" sz="600" dirty="0"/>
          </a:p>
        </p:txBody>
      </p:sp>
      <p:sp>
        <p:nvSpPr>
          <p:cNvPr id="18" name="Title 3">
            <a:extLst>
              <a:ext uri="{FF2B5EF4-FFF2-40B4-BE49-F238E27FC236}">
                <a16:creationId xmlns:a16="http://schemas.microsoft.com/office/drawing/2014/main" id="{AD2934B6-5E28-494D-AF88-D4B20DBB0A91}"/>
              </a:ext>
            </a:extLst>
          </p:cNvPr>
          <p:cNvSpPr txBox="1">
            <a:spLocks/>
          </p:cNvSpPr>
          <p:nvPr/>
        </p:nvSpPr>
        <p:spPr>
          <a:xfrm>
            <a:off x="227666" y="150490"/>
            <a:ext cx="8390859" cy="348245"/>
          </a:xfrm>
          <a:prstGeom prst="rect">
            <a:avLst/>
          </a:prstGeom>
        </p:spPr>
        <p:txBody>
          <a:bodyPr anchor="b">
            <a:normAutofit fontScale="25000" lnSpcReduction="20000"/>
          </a:bodyPr>
          <a:lstStyle>
            <a:lvl1pPr marL="0" marR="0" indent="0" algn="l" defTabSz="309563" rtl="0" latinLnBrk="0">
              <a:lnSpc>
                <a:spcPct val="100000"/>
              </a:lnSpc>
              <a:spcBef>
                <a:spcPts val="0"/>
              </a:spcBef>
              <a:spcAft>
                <a:spcPts val="0"/>
              </a:spcAft>
              <a:buClrTx/>
              <a:buSzTx/>
              <a:buFontTx/>
              <a:buNone/>
              <a:tabLst/>
              <a:defRPr sz="2000" b="1" i="0" u="none" strike="noStrike" cap="none" spc="0" baseline="0">
                <a:solidFill>
                  <a:srgbClr val="000000"/>
                </a:solidFill>
                <a:uFillTx/>
                <a:latin typeface="+mj-lt"/>
                <a:ea typeface="Open Sans Bold"/>
                <a:cs typeface="Open Sans Bold"/>
                <a:sym typeface="Open Sans Bold"/>
              </a:defRPr>
            </a:lvl1pPr>
            <a:lvl2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2pPr>
            <a:lvl3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3pPr>
            <a:lvl4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4pPr>
            <a:lvl5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5pPr>
            <a:lvl6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6pPr>
            <a:lvl7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7pPr>
            <a:lvl8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8pPr>
            <a:lvl9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9pPr>
          </a:lstStyle>
          <a:p>
            <a:pPr>
              <a:lnSpc>
                <a:spcPct val="110000"/>
              </a:lnSpc>
              <a:spcBef>
                <a:spcPts val="1000"/>
              </a:spcBef>
              <a:defRPr/>
            </a:pPr>
            <a:endParaRPr lang="en-US" sz="6400" b="1" cap="all" dirty="0">
              <a:solidFill>
                <a:schemeClr val="tx2"/>
              </a:solidFill>
              <a:latin typeface="Trebuchet MS" panose="020B0703020202090204" pitchFamily="34" charset="0"/>
            </a:endParaRPr>
          </a:p>
          <a:p>
            <a:pPr marR="0" lvl="0" indent="0" defTabSz="914400" fontAlgn="auto">
              <a:lnSpc>
                <a:spcPct val="110000"/>
              </a:lnSpc>
              <a:spcBef>
                <a:spcPts val="1000"/>
              </a:spcBef>
              <a:spcAft>
                <a:spcPts val="0"/>
              </a:spcAft>
              <a:buClrTx/>
              <a:buSzTx/>
              <a:buFontTx/>
              <a:buNone/>
              <a:tabLst/>
              <a:defRPr/>
            </a:pPr>
            <a:r>
              <a:rPr lang="en-US" sz="6400" cap="all" dirty="0">
                <a:solidFill>
                  <a:schemeClr val="tx1"/>
                </a:solidFill>
                <a:latin typeface="Trebuchet MS" panose="020B0703020202090204" pitchFamily="34" charset="0"/>
                <a:ea typeface="+mn-ea"/>
                <a:cs typeface="+mn-cs"/>
              </a:rPr>
              <a:t>Production- Packaging Line </a:t>
            </a:r>
          </a:p>
        </p:txBody>
      </p:sp>
      <p:sp>
        <p:nvSpPr>
          <p:cNvPr id="8" name="TextBox 7">
            <a:extLst>
              <a:ext uri="{FF2B5EF4-FFF2-40B4-BE49-F238E27FC236}">
                <a16:creationId xmlns:a16="http://schemas.microsoft.com/office/drawing/2014/main" id="{D1D8FCFB-01BD-4995-89B3-5DCC1F74A9D5}"/>
              </a:ext>
            </a:extLst>
          </p:cNvPr>
          <p:cNvSpPr txBox="1"/>
          <p:nvPr/>
        </p:nvSpPr>
        <p:spPr>
          <a:xfrm>
            <a:off x="2844641" y="918725"/>
            <a:ext cx="3183785" cy="400110"/>
          </a:xfrm>
          <a:prstGeom prst="rect">
            <a:avLst/>
          </a:prstGeom>
          <a:solidFill>
            <a:srgbClr val="003C76"/>
          </a:solidFill>
        </p:spPr>
        <p:txBody>
          <a:bodyPr wrap="square" rtlCol="0">
            <a:spAutoFit/>
          </a:bodyPr>
          <a:lstStyle/>
          <a:p>
            <a:pPr marL="0" marR="0" lvl="0" indent="0" algn="ctr" defTabSz="178308" eaLnBrk="1" fontAlgn="auto" latinLnBrk="0" hangingPunct="1">
              <a:lnSpc>
                <a:spcPct val="100000"/>
              </a:lnSpc>
              <a:spcBef>
                <a:spcPts val="0"/>
              </a:spcBef>
              <a:spcAft>
                <a:spcPts val="0"/>
              </a:spcAft>
              <a:buClrTx/>
              <a:buSzTx/>
              <a:buFontTx/>
              <a:buNone/>
              <a:tabLst/>
              <a:defRPr/>
            </a:pPr>
            <a:r>
              <a:rPr kumimoji="0" lang="en-TT" sz="20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Trebuchet MS" panose="020B0603020202020204"/>
              </a:rPr>
              <a:t>Organizational Losses </a:t>
            </a:r>
          </a:p>
        </p:txBody>
      </p:sp>
      <p:sp>
        <p:nvSpPr>
          <p:cNvPr id="9" name="TextBox 8">
            <a:extLst>
              <a:ext uri="{FF2B5EF4-FFF2-40B4-BE49-F238E27FC236}">
                <a16:creationId xmlns:a16="http://schemas.microsoft.com/office/drawing/2014/main" id="{DC17F239-9A63-4C28-8AD3-A76249A59591}"/>
              </a:ext>
            </a:extLst>
          </p:cNvPr>
          <p:cNvSpPr txBox="1"/>
          <p:nvPr/>
        </p:nvSpPr>
        <p:spPr>
          <a:xfrm>
            <a:off x="3203125" y="3876194"/>
            <a:ext cx="2737749" cy="400110"/>
          </a:xfrm>
          <a:prstGeom prst="rect">
            <a:avLst/>
          </a:prstGeom>
          <a:solidFill>
            <a:srgbClr val="003C76"/>
          </a:solidFill>
        </p:spPr>
        <p:txBody>
          <a:bodyPr wrap="square" rtlCol="0">
            <a:spAutoFit/>
          </a:bodyPr>
          <a:lstStyle/>
          <a:p>
            <a:pPr marL="0" marR="0" lvl="0" indent="0" algn="ctr" defTabSz="178308" eaLnBrk="1" fontAlgn="auto" latinLnBrk="0" hangingPunct="1">
              <a:lnSpc>
                <a:spcPct val="100000"/>
              </a:lnSpc>
              <a:spcBef>
                <a:spcPts val="0"/>
              </a:spcBef>
              <a:spcAft>
                <a:spcPts val="0"/>
              </a:spcAft>
              <a:buClrTx/>
              <a:buSzTx/>
              <a:buFontTx/>
              <a:buNone/>
              <a:tabLst/>
              <a:defRPr/>
            </a:pPr>
            <a:r>
              <a:rPr kumimoji="0" lang="en-TT" sz="20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Trebuchet MS" panose="020B0603020202020204"/>
              </a:rPr>
              <a:t>Technical Losses</a:t>
            </a:r>
          </a:p>
        </p:txBody>
      </p:sp>
      <p:pic>
        <p:nvPicPr>
          <p:cNvPr id="4" name="Picture 3">
            <a:extLst>
              <a:ext uri="{FF2B5EF4-FFF2-40B4-BE49-F238E27FC236}">
                <a16:creationId xmlns:a16="http://schemas.microsoft.com/office/drawing/2014/main" id="{CC9AA94D-EDA7-B79A-1885-00F125FECDCF}"/>
              </a:ext>
            </a:extLst>
          </p:cNvPr>
          <p:cNvPicPr>
            <a:picLocks noChangeAspect="1"/>
          </p:cNvPicPr>
          <p:nvPr/>
        </p:nvPicPr>
        <p:blipFill>
          <a:blip r:embed="rId2"/>
          <a:stretch>
            <a:fillRect/>
          </a:stretch>
        </p:blipFill>
        <p:spPr>
          <a:xfrm>
            <a:off x="0" y="1565041"/>
            <a:ext cx="9144000" cy="2145487"/>
          </a:xfrm>
          <a:prstGeom prst="rect">
            <a:avLst/>
          </a:prstGeom>
        </p:spPr>
      </p:pic>
      <p:pic>
        <p:nvPicPr>
          <p:cNvPr id="10" name="Picture 9">
            <a:extLst>
              <a:ext uri="{FF2B5EF4-FFF2-40B4-BE49-F238E27FC236}">
                <a16:creationId xmlns:a16="http://schemas.microsoft.com/office/drawing/2014/main" id="{169C6401-E01D-3701-19E1-FDDDF9424848}"/>
              </a:ext>
            </a:extLst>
          </p:cNvPr>
          <p:cNvPicPr>
            <a:picLocks noChangeAspect="1"/>
          </p:cNvPicPr>
          <p:nvPr/>
        </p:nvPicPr>
        <p:blipFill>
          <a:blip r:embed="rId3"/>
          <a:stretch>
            <a:fillRect/>
          </a:stretch>
        </p:blipFill>
        <p:spPr>
          <a:xfrm>
            <a:off x="565849" y="4432917"/>
            <a:ext cx="8052675" cy="2087300"/>
          </a:xfrm>
          <a:prstGeom prst="rect">
            <a:avLst/>
          </a:prstGeom>
        </p:spPr>
      </p:pic>
    </p:spTree>
    <p:extLst>
      <p:ext uri="{BB962C8B-B14F-4D97-AF65-F5344CB8AC3E}">
        <p14:creationId xmlns:p14="http://schemas.microsoft.com/office/powerpoint/2010/main" val="321225762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17</a:t>
            </a:fld>
            <a:endParaRPr lang="en-US" sz="600" dirty="0"/>
          </a:p>
        </p:txBody>
      </p:sp>
      <p:sp>
        <p:nvSpPr>
          <p:cNvPr id="5" name="Title 3">
            <a:extLst>
              <a:ext uri="{FF2B5EF4-FFF2-40B4-BE49-F238E27FC236}">
                <a16:creationId xmlns:a16="http://schemas.microsoft.com/office/drawing/2014/main" id="{AC5967BD-7433-428D-84C3-E8C910A7D350}"/>
              </a:ext>
            </a:extLst>
          </p:cNvPr>
          <p:cNvSpPr>
            <a:spLocks noGrp="1"/>
          </p:cNvSpPr>
          <p:nvPr>
            <p:ph type="title"/>
          </p:nvPr>
        </p:nvSpPr>
        <p:spPr>
          <a:xfrm>
            <a:off x="276304" y="185127"/>
            <a:ext cx="8390859" cy="369332"/>
          </a:xfrm>
        </p:spPr>
        <p:txBody>
          <a:bodyPr>
            <a:normAutofit/>
          </a:bodyPr>
          <a:lstStyle/>
          <a:p>
            <a:r>
              <a:rPr lang="en-US" sz="1600" dirty="0">
                <a:latin typeface="Trebuchet MS" panose="020B0603020202020204" pitchFamily="34" charset="0"/>
              </a:rPr>
              <a:t>PRODUCTION- PACKAGING LINE </a:t>
            </a:r>
          </a:p>
        </p:txBody>
      </p:sp>
      <p:sp>
        <p:nvSpPr>
          <p:cNvPr id="6" name="TextBox 5">
            <a:extLst>
              <a:ext uri="{FF2B5EF4-FFF2-40B4-BE49-F238E27FC236}">
                <a16:creationId xmlns:a16="http://schemas.microsoft.com/office/drawing/2014/main" id="{B4579DA4-D785-C332-E6C0-EBD6609AF82B}"/>
              </a:ext>
            </a:extLst>
          </p:cNvPr>
          <p:cNvSpPr txBox="1"/>
          <p:nvPr/>
        </p:nvSpPr>
        <p:spPr>
          <a:xfrm>
            <a:off x="2411495" y="554459"/>
            <a:ext cx="4572000" cy="369332"/>
          </a:xfrm>
          <a:prstGeom prst="rect">
            <a:avLst/>
          </a:prstGeom>
          <a:noFill/>
        </p:spPr>
        <p:txBody>
          <a:bodyPr wrap="square" rtlCol="0">
            <a:spAutoFit/>
          </a:bodyPr>
          <a:lstStyle/>
          <a:p>
            <a:r>
              <a:rPr lang="en-US" b="1" dirty="0"/>
              <a:t>Pareto Line 1 Timestealers </a:t>
            </a:r>
          </a:p>
        </p:txBody>
      </p:sp>
      <p:pic>
        <p:nvPicPr>
          <p:cNvPr id="12" name="Picture 11">
            <a:extLst>
              <a:ext uri="{FF2B5EF4-FFF2-40B4-BE49-F238E27FC236}">
                <a16:creationId xmlns:a16="http://schemas.microsoft.com/office/drawing/2014/main" id="{27F411F4-18EC-ED96-D41D-3666B09B7F98}"/>
              </a:ext>
            </a:extLst>
          </p:cNvPr>
          <p:cNvPicPr>
            <a:picLocks noChangeAspect="1"/>
          </p:cNvPicPr>
          <p:nvPr/>
        </p:nvPicPr>
        <p:blipFill>
          <a:blip r:embed="rId3"/>
          <a:stretch>
            <a:fillRect/>
          </a:stretch>
        </p:blipFill>
        <p:spPr>
          <a:xfrm>
            <a:off x="1" y="1293123"/>
            <a:ext cx="4571999" cy="4791075"/>
          </a:xfrm>
          <a:prstGeom prst="rect">
            <a:avLst/>
          </a:prstGeom>
        </p:spPr>
      </p:pic>
      <p:pic>
        <p:nvPicPr>
          <p:cNvPr id="14" name="Picture 13">
            <a:extLst>
              <a:ext uri="{FF2B5EF4-FFF2-40B4-BE49-F238E27FC236}">
                <a16:creationId xmlns:a16="http://schemas.microsoft.com/office/drawing/2014/main" id="{D7746806-7011-E75B-BE85-A32C0FBFCF9B}"/>
              </a:ext>
            </a:extLst>
          </p:cNvPr>
          <p:cNvPicPr>
            <a:picLocks noChangeAspect="1"/>
          </p:cNvPicPr>
          <p:nvPr/>
        </p:nvPicPr>
        <p:blipFill>
          <a:blip r:embed="rId4"/>
          <a:stretch>
            <a:fillRect/>
          </a:stretch>
        </p:blipFill>
        <p:spPr>
          <a:xfrm>
            <a:off x="4572000" y="1293124"/>
            <a:ext cx="4572000" cy="4791074"/>
          </a:xfrm>
          <a:prstGeom prst="rect">
            <a:avLst/>
          </a:prstGeom>
        </p:spPr>
      </p:pic>
    </p:spTree>
    <p:extLst>
      <p:ext uri="{BB962C8B-B14F-4D97-AF65-F5344CB8AC3E}">
        <p14:creationId xmlns:p14="http://schemas.microsoft.com/office/powerpoint/2010/main" val="266274481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A854A-39A7-98ED-B504-A4E67DEC087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1F3B2A6-065C-1D83-DDA3-94203F44E62F}"/>
              </a:ext>
            </a:extLst>
          </p:cNvPr>
          <p:cNvSpPr>
            <a:spLocks noGrp="1"/>
          </p:cNvSpPr>
          <p:nvPr>
            <p:ph type="sldNum" sz="quarter" idx="4"/>
          </p:nvPr>
        </p:nvSpPr>
        <p:spPr/>
        <p:txBody>
          <a:bodyPr/>
          <a:lstStyle/>
          <a:p>
            <a:fld id="{5E89B1FD-11B0-0F4B-A0BD-A76170B314AE}" type="slidenum">
              <a:rPr lang="en-US" smtClean="0"/>
              <a:pPr/>
              <a:t>18</a:t>
            </a:fld>
            <a:endParaRPr lang="en-US"/>
          </a:p>
        </p:txBody>
      </p:sp>
      <p:sp>
        <p:nvSpPr>
          <p:cNvPr id="5" name="Title 3">
            <a:extLst>
              <a:ext uri="{FF2B5EF4-FFF2-40B4-BE49-F238E27FC236}">
                <a16:creationId xmlns:a16="http://schemas.microsoft.com/office/drawing/2014/main" id="{CC1D3A9D-72F4-F4D7-A4F4-928E8265B5A0}"/>
              </a:ext>
            </a:extLst>
          </p:cNvPr>
          <p:cNvSpPr>
            <a:spLocks noGrp="1"/>
          </p:cNvSpPr>
          <p:nvPr>
            <p:ph type="title"/>
          </p:nvPr>
        </p:nvSpPr>
        <p:spPr>
          <a:xfrm>
            <a:off x="214822" y="110587"/>
            <a:ext cx="6293144" cy="441703"/>
          </a:xfrm>
        </p:spPr>
        <p:txBody>
          <a:bodyPr>
            <a:normAutofit/>
          </a:bodyPr>
          <a:lstStyle/>
          <a:p>
            <a:r>
              <a:rPr lang="en-US" sz="1800" dirty="0">
                <a:solidFill>
                  <a:srgbClr val="002060"/>
                </a:solidFill>
              </a:rPr>
              <a:t>June 2026 </a:t>
            </a:r>
            <a:r>
              <a:rPr lang="en-US" sz="1800" dirty="0" err="1">
                <a:solidFill>
                  <a:srgbClr val="002060"/>
                </a:solidFill>
              </a:rPr>
              <a:t>Timestealers</a:t>
            </a:r>
            <a:endParaRPr lang="en-US" sz="1800" dirty="0"/>
          </a:p>
        </p:txBody>
      </p:sp>
      <p:sp>
        <p:nvSpPr>
          <p:cNvPr id="10" name="TextBox 9">
            <a:extLst>
              <a:ext uri="{FF2B5EF4-FFF2-40B4-BE49-F238E27FC236}">
                <a16:creationId xmlns:a16="http://schemas.microsoft.com/office/drawing/2014/main" id="{97814915-26B6-AAB3-FDC3-539212099F64}"/>
              </a:ext>
            </a:extLst>
          </p:cNvPr>
          <p:cNvSpPr txBox="1"/>
          <p:nvPr/>
        </p:nvSpPr>
        <p:spPr>
          <a:xfrm>
            <a:off x="480388" y="5033294"/>
            <a:ext cx="7749212" cy="1200329"/>
          </a:xfrm>
          <a:prstGeom prst="rect">
            <a:avLst/>
          </a:prstGeom>
          <a:noFill/>
        </p:spPr>
        <p:txBody>
          <a:bodyPr wrap="square">
            <a:spAutoFit/>
          </a:bodyPr>
          <a:lstStyle/>
          <a:p>
            <a:r>
              <a:rPr lang="en-US" sz="1200" b="1" dirty="0"/>
              <a:t>Top 4 Time Stealers</a:t>
            </a:r>
            <a:r>
              <a:rPr lang="en-US" sz="1200" b="1" dirty="0">
                <a:highlight>
                  <a:srgbClr val="FFFF00"/>
                </a:highlight>
              </a:rPr>
              <a:t>	</a:t>
            </a:r>
          </a:p>
          <a:p>
            <a:endParaRPr lang="en-US" sz="1200" b="1" dirty="0">
              <a:highlight>
                <a:srgbClr val="FFFF00"/>
              </a:highlight>
            </a:endParaRPr>
          </a:p>
          <a:p>
            <a:pPr marL="171450" indent="-171450">
              <a:buFontTx/>
              <a:buAutoNum type="arabicPeriod"/>
            </a:pPr>
            <a:r>
              <a:rPr lang="en-US" sz="1200" b="1" dirty="0"/>
              <a:t>Change Over: </a:t>
            </a:r>
            <a:r>
              <a:rPr lang="en-US" sz="1200" dirty="0"/>
              <a:t>Product change overs.</a:t>
            </a:r>
          </a:p>
          <a:p>
            <a:pPr marL="171450" indent="-171450">
              <a:buFontTx/>
              <a:buAutoNum type="arabicPeriod"/>
            </a:pPr>
            <a:r>
              <a:rPr lang="en-US" sz="1200" b="1" dirty="0"/>
              <a:t>Labeler: </a:t>
            </a:r>
            <a:r>
              <a:rPr lang="en-US" sz="1200" dirty="0"/>
              <a:t>Electrical panel power supply failure  (9.3hrs), magazine repairs and adjustment (2.3hrs).</a:t>
            </a:r>
          </a:p>
          <a:p>
            <a:pPr marL="171450" indent="-171450">
              <a:buFontTx/>
              <a:buAutoNum type="arabicPeriod"/>
            </a:pPr>
            <a:r>
              <a:rPr lang="en-US" sz="1200" b="1" dirty="0"/>
              <a:t>Other Explained</a:t>
            </a:r>
            <a:r>
              <a:rPr lang="en-US" sz="1200" dirty="0"/>
              <a:t>: Washer loading (4.7hrs), lunch break due to lack of manpower (4.6hrs).</a:t>
            </a:r>
          </a:p>
          <a:p>
            <a:pPr marL="171450" indent="-171450">
              <a:buAutoNum type="arabicPeriod"/>
            </a:pPr>
            <a:r>
              <a:rPr lang="en-US" sz="1200" b="1" dirty="0"/>
              <a:t>Pasteurizer: </a:t>
            </a:r>
            <a:r>
              <a:rPr lang="en-US" sz="1200" dirty="0"/>
              <a:t>Waiting on dry run (4.8hrs), pump malfunction (trip/cut off)- #3, 4 &amp; 5 (3.6hrs), flap jamming(1.3hrs).</a:t>
            </a:r>
            <a:endParaRPr lang="en-US" sz="1200" dirty="0">
              <a:highlight>
                <a:srgbClr val="FFFF00"/>
              </a:highlight>
            </a:endParaRPr>
          </a:p>
        </p:txBody>
      </p:sp>
      <p:pic>
        <p:nvPicPr>
          <p:cNvPr id="8" name="Picture 7">
            <a:extLst>
              <a:ext uri="{FF2B5EF4-FFF2-40B4-BE49-F238E27FC236}">
                <a16:creationId xmlns:a16="http://schemas.microsoft.com/office/drawing/2014/main" id="{E53523FA-000D-ACB7-6B06-DF25D334EF5A}"/>
              </a:ext>
            </a:extLst>
          </p:cNvPr>
          <p:cNvPicPr>
            <a:picLocks noChangeAspect="1"/>
          </p:cNvPicPr>
          <p:nvPr/>
        </p:nvPicPr>
        <p:blipFill>
          <a:blip r:embed="rId2"/>
          <a:stretch>
            <a:fillRect/>
          </a:stretch>
        </p:blipFill>
        <p:spPr>
          <a:xfrm>
            <a:off x="996386" y="952919"/>
            <a:ext cx="7151228" cy="3920068"/>
          </a:xfrm>
          <a:prstGeom prst="rect">
            <a:avLst/>
          </a:prstGeom>
        </p:spPr>
      </p:pic>
    </p:spTree>
    <p:extLst>
      <p:ext uri="{BB962C8B-B14F-4D97-AF65-F5344CB8AC3E}">
        <p14:creationId xmlns:p14="http://schemas.microsoft.com/office/powerpoint/2010/main" val="112399651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4D13D-CF55-FCC1-70F1-B54B697384F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9FB2AE5-6489-D4A5-C107-6227B8A26AF9}"/>
              </a:ext>
            </a:extLst>
          </p:cNvPr>
          <p:cNvSpPr>
            <a:spLocks noGrp="1"/>
          </p:cNvSpPr>
          <p:nvPr>
            <p:ph type="sldNum" sz="quarter" idx="4"/>
          </p:nvPr>
        </p:nvSpPr>
        <p:spPr/>
        <p:txBody>
          <a:bodyPr/>
          <a:lstStyle/>
          <a:p>
            <a:fld id="{5E89B1FD-11B0-0F4B-A0BD-A76170B314AE}" type="slidenum">
              <a:rPr lang="en-US" smtClean="0"/>
              <a:pPr/>
              <a:t>19</a:t>
            </a:fld>
            <a:endParaRPr lang="en-US"/>
          </a:p>
        </p:txBody>
      </p:sp>
      <p:sp>
        <p:nvSpPr>
          <p:cNvPr id="11" name="TextBox 10">
            <a:extLst>
              <a:ext uri="{FF2B5EF4-FFF2-40B4-BE49-F238E27FC236}">
                <a16:creationId xmlns:a16="http://schemas.microsoft.com/office/drawing/2014/main" id="{0AC16CC1-8EC2-19BD-D2F0-C86722A764BE}"/>
              </a:ext>
            </a:extLst>
          </p:cNvPr>
          <p:cNvSpPr txBox="1"/>
          <p:nvPr/>
        </p:nvSpPr>
        <p:spPr>
          <a:xfrm>
            <a:off x="297180" y="4327554"/>
            <a:ext cx="8549640" cy="2123658"/>
          </a:xfrm>
          <a:prstGeom prst="rect">
            <a:avLst/>
          </a:prstGeom>
          <a:noFill/>
        </p:spPr>
        <p:txBody>
          <a:bodyPr wrap="square">
            <a:spAutoFit/>
          </a:bodyPr>
          <a:lstStyle/>
          <a:p>
            <a:pPr defTabSz="685800">
              <a:defRPr/>
            </a:pPr>
            <a:r>
              <a:rPr lang="en-US" sz="1100" b="1" dirty="0">
                <a:solidFill>
                  <a:prstClr val="black"/>
                </a:solidFill>
                <a:latin typeface="Calibri"/>
              </a:rPr>
              <a:t>Top 4 Equipment Time Stealers:​</a:t>
            </a:r>
          </a:p>
          <a:p>
            <a:pPr defTabSz="685800">
              <a:defRPr/>
            </a:pPr>
            <a:endParaRPr lang="en-US" sz="1100" dirty="0">
              <a:solidFill>
                <a:prstClr val="black"/>
              </a:solidFill>
              <a:highlight>
                <a:srgbClr val="FFFF00"/>
              </a:highlight>
              <a:latin typeface="Calibri"/>
            </a:endParaRPr>
          </a:p>
          <a:p>
            <a:pPr marL="257175" indent="-257175" defTabSz="685800">
              <a:buFont typeface="+mj-lt"/>
              <a:buAutoNum type="arabicPeriod"/>
              <a:defRPr/>
            </a:pPr>
            <a:r>
              <a:rPr lang="en-US" sz="1100" b="1" dirty="0">
                <a:solidFill>
                  <a:prstClr val="black"/>
                </a:solidFill>
                <a:latin typeface="Calibri"/>
              </a:rPr>
              <a:t>Other Explained: </a:t>
            </a:r>
            <a:r>
              <a:rPr lang="en-US" sz="1100" dirty="0">
                <a:solidFill>
                  <a:prstClr val="black"/>
                </a:solidFill>
                <a:latin typeface="Calibri"/>
              </a:rPr>
              <a:t>Low water supply on plant due to NAWASA issue, </a:t>
            </a:r>
            <a:r>
              <a:rPr lang="en-US" sz="1100" dirty="0" err="1">
                <a:solidFill>
                  <a:prstClr val="black"/>
                </a:solidFill>
                <a:latin typeface="Calibri"/>
              </a:rPr>
              <a:t>Starmalt</a:t>
            </a:r>
            <a:r>
              <a:rPr lang="en-US" sz="1100" dirty="0">
                <a:solidFill>
                  <a:prstClr val="black"/>
                </a:solidFill>
                <a:latin typeface="Calibri"/>
              </a:rPr>
              <a:t> relabeling, product preparation, washer loading, townhall meeting, lunch break due to insufficient manpower, absenteeism of Filler operator and staff punctuality. </a:t>
            </a:r>
          </a:p>
          <a:p>
            <a:pPr marL="257175" indent="-257175" defTabSz="685800">
              <a:buFont typeface="+mj-lt"/>
              <a:buAutoNum type="arabicPeriod"/>
              <a:defRPr/>
            </a:pPr>
            <a:r>
              <a:rPr lang="en-US" sz="1100" b="1" dirty="0">
                <a:solidFill>
                  <a:prstClr val="black"/>
                </a:solidFill>
                <a:latin typeface="Calibri"/>
              </a:rPr>
              <a:t>Bottle Washer: </a:t>
            </a:r>
            <a:r>
              <a:rPr lang="en-US" sz="1100" dirty="0">
                <a:solidFill>
                  <a:prstClr val="black"/>
                </a:solidFill>
                <a:latin typeface="Calibri"/>
              </a:rPr>
              <a:t>Significant downtime was experienced on the bottle washer in Feb and March. During the shutdown in June for pasteurizer installation, San Martin also did works on the bottle washer. There has been a marked improvement in the adequacy of the wash as well as notable decrease in downtime caused by the washer. Monitoring will be ongoing.</a:t>
            </a:r>
          </a:p>
          <a:p>
            <a:pPr marL="257175" indent="-257175" defTabSz="685800">
              <a:buFont typeface="+mj-lt"/>
              <a:buAutoNum type="arabicPeriod"/>
              <a:defRPr/>
            </a:pPr>
            <a:r>
              <a:rPr lang="en-US" sz="1100" b="1" dirty="0">
                <a:solidFill>
                  <a:prstClr val="black"/>
                </a:solidFill>
                <a:latin typeface="Calibri"/>
              </a:rPr>
              <a:t>Bottle Conveyors: </a:t>
            </a:r>
            <a:r>
              <a:rPr lang="en-US" sz="1100" dirty="0">
                <a:solidFill>
                  <a:prstClr val="black"/>
                </a:solidFill>
                <a:latin typeface="Calibri"/>
              </a:rPr>
              <a:t>Issues were predominantly at the infeed and discharge conveyors from the EBI with various communication faults experienced. This was most significant in January, with noted improvement after issues were addressed by OEM. Other issues at labeler infeed were rectified after replacement of a damaged sprocket. A full review of conveyors will be done in Q3 to determine any other areas that require action. There were a lot of instances of fallen bottled inside shuffler. </a:t>
            </a:r>
          </a:p>
          <a:p>
            <a:pPr marL="257175" indent="-257175" defTabSz="685800">
              <a:buFont typeface="+mj-lt"/>
              <a:buAutoNum type="arabicPeriod"/>
              <a:defRPr/>
            </a:pPr>
            <a:r>
              <a:rPr lang="en-US" sz="1100" b="1" dirty="0">
                <a:solidFill>
                  <a:prstClr val="black"/>
                </a:solidFill>
                <a:latin typeface="Calibri"/>
              </a:rPr>
              <a:t>Change Over</a:t>
            </a:r>
            <a:r>
              <a:rPr lang="en-US" sz="1100" dirty="0">
                <a:solidFill>
                  <a:prstClr val="black"/>
                </a:solidFill>
                <a:latin typeface="Calibri"/>
              </a:rPr>
              <a:t>: Product change overs.</a:t>
            </a:r>
          </a:p>
        </p:txBody>
      </p:sp>
      <p:sp>
        <p:nvSpPr>
          <p:cNvPr id="4" name="Title 2">
            <a:extLst>
              <a:ext uri="{FF2B5EF4-FFF2-40B4-BE49-F238E27FC236}">
                <a16:creationId xmlns:a16="http://schemas.microsoft.com/office/drawing/2014/main" id="{DCD648FF-49C1-A82B-8971-0D193EB2BEE6}"/>
              </a:ext>
            </a:extLst>
          </p:cNvPr>
          <p:cNvSpPr>
            <a:spLocks noGrp="1"/>
          </p:cNvSpPr>
          <p:nvPr>
            <p:ph type="title"/>
          </p:nvPr>
        </p:nvSpPr>
        <p:spPr>
          <a:xfrm>
            <a:off x="306265" y="172019"/>
            <a:ext cx="7886700" cy="313421"/>
          </a:xfrm>
        </p:spPr>
        <p:txBody>
          <a:bodyPr>
            <a:normAutofit fontScale="90000"/>
          </a:bodyPr>
          <a:lstStyle/>
          <a:p>
            <a:r>
              <a:rPr lang="en-TT" sz="2100" dirty="0">
                <a:solidFill>
                  <a:srgbClr val="002060"/>
                </a:solidFill>
                <a:latin typeface="+mn-lt"/>
              </a:rPr>
              <a:t>Top 4 </a:t>
            </a:r>
            <a:r>
              <a:rPr lang="en-TT" sz="2100" dirty="0" err="1">
                <a:solidFill>
                  <a:srgbClr val="002060"/>
                </a:solidFill>
                <a:latin typeface="+mn-lt"/>
              </a:rPr>
              <a:t>Timestealers</a:t>
            </a:r>
            <a:r>
              <a:rPr lang="en-TT" sz="2100" dirty="0">
                <a:solidFill>
                  <a:srgbClr val="002060"/>
                </a:solidFill>
                <a:latin typeface="+mn-lt"/>
              </a:rPr>
              <a:t> and Actions to Address</a:t>
            </a:r>
          </a:p>
        </p:txBody>
      </p:sp>
      <p:pic>
        <p:nvPicPr>
          <p:cNvPr id="8" name="Picture 7">
            <a:extLst>
              <a:ext uri="{FF2B5EF4-FFF2-40B4-BE49-F238E27FC236}">
                <a16:creationId xmlns:a16="http://schemas.microsoft.com/office/drawing/2014/main" id="{71655E81-9C1D-37DE-A2AE-8DDF167194B2}"/>
              </a:ext>
            </a:extLst>
          </p:cNvPr>
          <p:cNvPicPr>
            <a:picLocks noChangeAspect="1"/>
          </p:cNvPicPr>
          <p:nvPr/>
        </p:nvPicPr>
        <p:blipFill>
          <a:blip r:embed="rId2"/>
          <a:stretch>
            <a:fillRect/>
          </a:stretch>
        </p:blipFill>
        <p:spPr>
          <a:xfrm>
            <a:off x="1316172" y="644159"/>
            <a:ext cx="6511655" cy="3560888"/>
          </a:xfrm>
          <a:prstGeom prst="rect">
            <a:avLst/>
          </a:prstGeom>
        </p:spPr>
      </p:pic>
    </p:spTree>
    <p:extLst>
      <p:ext uri="{BB962C8B-B14F-4D97-AF65-F5344CB8AC3E}">
        <p14:creationId xmlns:p14="http://schemas.microsoft.com/office/powerpoint/2010/main" val="18254942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20</a:t>
            </a:fld>
            <a:endParaRPr lang="en-US" sz="600" dirty="0"/>
          </a:p>
        </p:txBody>
      </p:sp>
      <p:sp>
        <p:nvSpPr>
          <p:cNvPr id="8" name="Title 3">
            <a:extLst>
              <a:ext uri="{FF2B5EF4-FFF2-40B4-BE49-F238E27FC236}">
                <a16:creationId xmlns:a16="http://schemas.microsoft.com/office/drawing/2014/main" id="{0A774972-C638-4A5A-A8AD-860F3435A60E}"/>
              </a:ext>
            </a:extLst>
          </p:cNvPr>
          <p:cNvSpPr txBox="1">
            <a:spLocks/>
          </p:cNvSpPr>
          <p:nvPr/>
        </p:nvSpPr>
        <p:spPr>
          <a:xfrm>
            <a:off x="230610" y="204865"/>
            <a:ext cx="8390859" cy="348245"/>
          </a:xfrm>
          <a:prstGeom prst="rect">
            <a:avLst/>
          </a:prstGeom>
          <a:noFill/>
          <a:ln>
            <a:miter lim="800000"/>
            <a:headEnd/>
            <a:tailEnd/>
          </a:ln>
        </p:spPr>
        <p:txBody>
          <a:bodyPr vert="horz" wrap="square" lIns="76200" tIns="38100" rIns="76200" bIns="38100" numCol="1" rtlCol="0" anchor="t" anchorCtr="0" compatLnSpc="1">
            <a:prstTxWarp prst="textNoShape">
              <a:avLst/>
            </a:prstTxWarp>
            <a:noAutofit/>
          </a:bodyPr>
          <a:lstStyle>
            <a:defPPr>
              <a:defRPr lang="en-US"/>
            </a:defPPr>
            <a:lvl1pPr>
              <a:lnSpc>
                <a:spcPct val="90000"/>
              </a:lnSpc>
              <a:spcBef>
                <a:spcPts val="1000"/>
              </a:spcBef>
              <a:defRPr sz="1600" b="1" cap="all">
                <a:solidFill>
                  <a:schemeClr val="tx2"/>
                </a:solidFill>
                <a:latin typeface="Trebuchet MS" panose="020B0703020202090204" pitchFamily="34" charset="0"/>
              </a:defRPr>
            </a:lvl1pPr>
            <a:lvl2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2pPr>
            <a:lvl3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3pPr>
            <a:lvl4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4pPr>
            <a:lvl5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5pPr>
            <a:lvl6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6pPr>
            <a:lvl7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7pPr>
            <a:lvl8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8pPr>
            <a:lvl9pPr marL="0" marR="0" indent="0" algn="l" defTabSz="309563" rtl="0" latinLnBrk="0">
              <a:lnSpc>
                <a:spcPct val="100000"/>
              </a:lnSpc>
              <a:spcBef>
                <a:spcPts val="0"/>
              </a:spcBef>
              <a:spcAft>
                <a:spcPts val="0"/>
              </a:spcAft>
              <a:buClrTx/>
              <a:buSzTx/>
              <a:buFontTx/>
              <a:buNone/>
              <a:tabLst/>
              <a:defRPr sz="3000" b="0" i="0" u="none" strike="noStrike" cap="none" spc="0" baseline="0">
                <a:solidFill>
                  <a:srgbClr val="FFFFFF"/>
                </a:solidFill>
                <a:uFillTx/>
                <a:latin typeface="Open Sans Light"/>
                <a:ea typeface="Open Sans Light"/>
                <a:cs typeface="Open Sans Light"/>
                <a:sym typeface="Open Sans Light"/>
              </a:defRPr>
            </a:lvl9pPr>
          </a:lstStyle>
          <a:p>
            <a:r>
              <a:rPr lang="en-US" dirty="0">
                <a:solidFill>
                  <a:schemeClr val="tx1"/>
                </a:solidFill>
                <a:sym typeface="Open Sans Bold"/>
              </a:rPr>
              <a:t>Production- Packaging Line </a:t>
            </a:r>
          </a:p>
        </p:txBody>
      </p:sp>
      <p:sp>
        <p:nvSpPr>
          <p:cNvPr id="9" name="Rectangle 8">
            <a:extLst>
              <a:ext uri="{FF2B5EF4-FFF2-40B4-BE49-F238E27FC236}">
                <a16:creationId xmlns:a16="http://schemas.microsoft.com/office/drawing/2014/main" id="{CC00B132-7F52-4869-93AE-AFC3CA620609}"/>
              </a:ext>
            </a:extLst>
          </p:cNvPr>
          <p:cNvSpPr/>
          <p:nvPr/>
        </p:nvSpPr>
        <p:spPr>
          <a:xfrm>
            <a:off x="789780" y="471555"/>
            <a:ext cx="6942221" cy="313932"/>
          </a:xfrm>
          <a:prstGeom prst="rect">
            <a:avLst/>
          </a:prstGeom>
          <a:noFill/>
          <a:ln>
            <a:miter lim="800000"/>
            <a:headEnd/>
            <a:tailEnd/>
          </a:ln>
        </p:spPr>
        <p:txBody>
          <a:bodyPr vert="horz" wrap="square" lIns="76200" tIns="38100" rIns="76200" bIns="38100" numCol="1" rtlCol="0" anchor="t" anchorCtr="0" compatLnSpc="1">
            <a:prstTxWarp prst="textNoShape">
              <a:avLst/>
            </a:prstTxWarp>
            <a:noAutofit/>
          </a:bodyPr>
          <a:lstStyle/>
          <a:p>
            <a:pPr>
              <a:lnSpc>
                <a:spcPct val="90000"/>
              </a:lnSpc>
              <a:spcBef>
                <a:spcPts val="1000"/>
              </a:spcBef>
            </a:pPr>
            <a:r>
              <a:rPr lang="en-TT" sz="1200" b="1" cap="all" dirty="0">
                <a:latin typeface="Trebuchet MS" panose="020B0703020202090204" pitchFamily="34" charset="0"/>
              </a:rPr>
              <a:t>Two (2) biggest downtimes (Details &amp; resolution) – AUGUST 2026 </a:t>
            </a:r>
          </a:p>
        </p:txBody>
      </p:sp>
      <p:graphicFrame>
        <p:nvGraphicFramePr>
          <p:cNvPr id="14" name="Table 13">
            <a:extLst>
              <a:ext uri="{FF2B5EF4-FFF2-40B4-BE49-F238E27FC236}">
                <a16:creationId xmlns:a16="http://schemas.microsoft.com/office/drawing/2014/main" id="{3EFC58D2-568F-4992-90BE-D67835228FFA}"/>
              </a:ext>
            </a:extLst>
          </p:cNvPr>
          <p:cNvGraphicFramePr>
            <a:graphicFrameLocks noGrp="1"/>
          </p:cNvGraphicFramePr>
          <p:nvPr>
            <p:extLst>
              <p:ext uri="{D42A27DB-BD31-4B8C-83A1-F6EECF244321}">
                <p14:modId xmlns:p14="http://schemas.microsoft.com/office/powerpoint/2010/main" val="3102499240"/>
              </p:ext>
            </p:extLst>
          </p:nvPr>
        </p:nvGraphicFramePr>
        <p:xfrm>
          <a:off x="0" y="1119977"/>
          <a:ext cx="4830815" cy="5266468"/>
        </p:xfrm>
        <a:graphic>
          <a:graphicData uri="http://schemas.openxmlformats.org/drawingml/2006/table">
            <a:tbl>
              <a:tblPr firstRow="1" bandRow="1"/>
              <a:tblGrid>
                <a:gridCol w="2372008">
                  <a:extLst>
                    <a:ext uri="{9D8B030D-6E8A-4147-A177-3AD203B41FA5}">
                      <a16:colId xmlns:a16="http://schemas.microsoft.com/office/drawing/2014/main" val="20000"/>
                    </a:ext>
                  </a:extLst>
                </a:gridCol>
                <a:gridCol w="2458807">
                  <a:extLst>
                    <a:ext uri="{9D8B030D-6E8A-4147-A177-3AD203B41FA5}">
                      <a16:colId xmlns:a16="http://schemas.microsoft.com/office/drawing/2014/main" val="20001"/>
                    </a:ext>
                  </a:extLst>
                </a:gridCol>
              </a:tblGrid>
              <a:tr h="484818">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Calibri" panose="020F0502020204030204" pitchFamily="34" charset="0"/>
                        </a:rPr>
                        <a:t>Labeler</a:t>
                      </a:r>
                      <a:r>
                        <a:rPr lang="en-TT" sz="1200" dirty="0">
                          <a:solidFill>
                            <a:schemeClr val="bg1"/>
                          </a:solidFill>
                          <a:latin typeface="Calibri" panose="020F0502020204030204" pitchFamily="34" charset="0"/>
                        </a:rPr>
                        <a:t> downtime analysis (19.2hrs</a:t>
                      </a:r>
                      <a:r>
                        <a:rPr lang="en-TT" sz="1200" dirty="0">
                          <a:latin typeface="Calibri" panose="020F0502020204030204" pitchFamily="34" charset="0"/>
                        </a:rPr>
                        <a:t>) </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3C76"/>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TT" sz="1200" b="1" i="0" u="none" strike="noStrike" cap="none" spc="0" baseline="0" dirty="0">
                          <a:solidFill>
                            <a:schemeClr val="lt1"/>
                          </a:solidFill>
                          <a:uFillTx/>
                          <a:latin typeface="Calibri" panose="020F0502020204030204" pitchFamily="34" charset="0"/>
                          <a:ea typeface="+mn-ea"/>
                          <a:cs typeface="+mn-cs"/>
                          <a:sym typeface="Helvetica Neue"/>
                        </a:rPr>
                        <a:t>Response</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3C76"/>
                    </a:solidFill>
                  </a:tcPr>
                </a:tc>
                <a:extLst>
                  <a:ext uri="{0D108BD9-81ED-4DB2-BD59-A6C34878D82A}">
                    <a16:rowId xmlns:a16="http://schemas.microsoft.com/office/drawing/2014/main" val="10000"/>
                  </a:ext>
                </a:extLst>
              </a:tr>
              <a:tr h="478165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u="none" strike="noStrike" kern="1200" cap="none" spc="0" baseline="0" dirty="0">
                          <a:solidFill>
                            <a:schemeClr val="tx1"/>
                          </a:solidFill>
                          <a:effectLst/>
                          <a:uFillTx/>
                          <a:latin typeface="Calibri" panose="020F0502020204030204" pitchFamily="34" charset="0"/>
                          <a:ea typeface="+mn-ea"/>
                          <a:cs typeface="+mn-cs"/>
                        </a:rPr>
                        <a:t>Electrical panel power supply failure (9.3hrs)</a:t>
                      </a: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u="none" strike="noStrike" kern="1200" cap="none" spc="0" baseline="0" dirty="0">
                          <a:solidFill>
                            <a:schemeClr val="tx1"/>
                          </a:solidFill>
                          <a:effectLst/>
                          <a:uFillTx/>
                          <a:latin typeface="Calibri" panose="020F0502020204030204" pitchFamily="34" charset="0"/>
                          <a:ea typeface="+mn-ea"/>
                          <a:cs typeface="+mn-cs"/>
                        </a:rPr>
                        <a:t>Magazine repairs and adjustment (2.3hrs)</a:t>
                      </a: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sym typeface="Helvetica Neue"/>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3C76">
                        <a:tint val="4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u="none" strike="noStrike" kern="1200" cap="none" spc="0" baseline="0">
                          <a:solidFill>
                            <a:schemeClr val="tx1"/>
                          </a:solidFill>
                          <a:effectLst/>
                          <a:uFillTx/>
                          <a:latin typeface="Calibri" panose="020F0502020204030204" pitchFamily="34" charset="0"/>
                          <a:ea typeface="+mn-ea"/>
                          <a:cs typeface="+mn-cs"/>
                        </a:rPr>
                        <a:t>Investigation </a:t>
                      </a:r>
                      <a:r>
                        <a:rPr lang="en-US" sz="1200" b="1" i="0" u="none" strike="noStrike" kern="1200" cap="none" spc="0" baseline="0" dirty="0">
                          <a:solidFill>
                            <a:schemeClr val="tx1"/>
                          </a:solidFill>
                          <a:effectLst/>
                          <a:uFillTx/>
                          <a:latin typeface="Calibri" panose="020F0502020204030204" pitchFamily="34" charset="0"/>
                          <a:ea typeface="+mn-ea"/>
                          <a:cs typeface="+mn-cs"/>
                        </a:rPr>
                        <a:t>initially indicated a possible device network card error. Further troubleshooting identified a power supply failure in the electrical panel as the root cause. The correct addresses were assigned to the respective devices, restoring communication and operation.</a:t>
                      </a: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u="none" strike="noStrike" kern="1200" cap="none" spc="0" baseline="0" dirty="0">
                          <a:solidFill>
                            <a:schemeClr val="tx1"/>
                          </a:solidFill>
                          <a:effectLst/>
                          <a:uFillTx/>
                          <a:latin typeface="Calibri" panose="020F0502020204030204" pitchFamily="34" charset="0"/>
                          <a:ea typeface="+mn-ea"/>
                          <a:cs typeface="+mn-cs"/>
                        </a:rPr>
                        <a:t>An old prong was modified and retrofitted to replace the damaged one. An OEM comprehensive audit is scheduled to assess the magazine and provide recommendations.</a:t>
                      </a: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3C76">
                        <a:tint val="40000"/>
                      </a:srgbClr>
                    </a:solidFill>
                  </a:tcPr>
                </a:tc>
                <a:extLst>
                  <a:ext uri="{0D108BD9-81ED-4DB2-BD59-A6C34878D82A}">
                    <a16:rowId xmlns:a16="http://schemas.microsoft.com/office/drawing/2014/main" val="10001"/>
                  </a:ext>
                </a:extLst>
              </a:tr>
            </a:tbl>
          </a:graphicData>
        </a:graphic>
      </p:graphicFrame>
      <p:graphicFrame>
        <p:nvGraphicFramePr>
          <p:cNvPr id="15" name="Table 14">
            <a:extLst>
              <a:ext uri="{FF2B5EF4-FFF2-40B4-BE49-F238E27FC236}">
                <a16:creationId xmlns:a16="http://schemas.microsoft.com/office/drawing/2014/main" id="{A5705279-04E9-4892-8E52-A28028D3D72C}"/>
              </a:ext>
            </a:extLst>
          </p:cNvPr>
          <p:cNvGraphicFramePr>
            <a:graphicFrameLocks noGrp="1"/>
          </p:cNvGraphicFramePr>
          <p:nvPr>
            <p:extLst>
              <p:ext uri="{D42A27DB-BD31-4B8C-83A1-F6EECF244321}">
                <p14:modId xmlns:p14="http://schemas.microsoft.com/office/powerpoint/2010/main" val="726329957"/>
              </p:ext>
            </p:extLst>
          </p:nvPr>
        </p:nvGraphicFramePr>
        <p:xfrm>
          <a:off x="4830815" y="1119979"/>
          <a:ext cx="4313184" cy="5266466"/>
        </p:xfrm>
        <a:graphic>
          <a:graphicData uri="http://schemas.openxmlformats.org/drawingml/2006/table">
            <a:tbl>
              <a:tblPr firstRow="1" bandRow="1"/>
              <a:tblGrid>
                <a:gridCol w="2366690">
                  <a:extLst>
                    <a:ext uri="{9D8B030D-6E8A-4147-A177-3AD203B41FA5}">
                      <a16:colId xmlns:a16="http://schemas.microsoft.com/office/drawing/2014/main" val="20000"/>
                    </a:ext>
                  </a:extLst>
                </a:gridCol>
                <a:gridCol w="1946494">
                  <a:extLst>
                    <a:ext uri="{9D8B030D-6E8A-4147-A177-3AD203B41FA5}">
                      <a16:colId xmlns:a16="http://schemas.microsoft.com/office/drawing/2014/main" val="20001"/>
                    </a:ext>
                  </a:extLst>
                </a:gridCol>
              </a:tblGrid>
              <a:tr h="486442">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TT" sz="1200" dirty="0">
                          <a:solidFill>
                            <a:schemeClr val="bg1"/>
                          </a:solidFill>
                          <a:latin typeface="Calibri" panose="020F0502020204030204" pitchFamily="34" charset="0"/>
                        </a:rPr>
                        <a:t>Pasteurizer downtime analysis (13.2hrs) </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3C76"/>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TT" sz="1200" dirty="0">
                          <a:solidFill>
                            <a:schemeClr val="bg1"/>
                          </a:solidFill>
                          <a:latin typeface="Calibri" panose="020F0502020204030204" pitchFamily="34" charset="0"/>
                        </a:rPr>
                        <a:t>Response</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3C76"/>
                    </a:solidFill>
                  </a:tcPr>
                </a:tc>
                <a:extLst>
                  <a:ext uri="{0D108BD9-81ED-4DB2-BD59-A6C34878D82A}">
                    <a16:rowId xmlns:a16="http://schemas.microsoft.com/office/drawing/2014/main" val="10000"/>
                  </a:ext>
                </a:extLst>
              </a:tr>
              <a:tr h="4780024">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u="none" strike="noStrike" kern="1200" cap="none" spc="0" baseline="0" dirty="0">
                          <a:solidFill>
                            <a:schemeClr val="tx1"/>
                          </a:solidFill>
                          <a:effectLst/>
                          <a:uFillTx/>
                          <a:latin typeface="Calibri" panose="020F0502020204030204" pitchFamily="34" charset="0"/>
                          <a:ea typeface="+mn-ea"/>
                          <a:cs typeface="+mn-cs"/>
                        </a:rPr>
                        <a:t>Waiting on dry run- routine pasteurizer verification (4.8hrs)</a:t>
                      </a: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u="none" strike="noStrike" kern="1200" cap="none" spc="0" baseline="0" dirty="0">
                          <a:solidFill>
                            <a:schemeClr val="tx1"/>
                          </a:solidFill>
                          <a:effectLst/>
                          <a:uFillTx/>
                          <a:latin typeface="Calibri" panose="020F0502020204030204" pitchFamily="34" charset="0"/>
                          <a:ea typeface="+mn-ea"/>
                          <a:cs typeface="+mn-cs"/>
                        </a:rPr>
                        <a:t>Pumps #3, #4 &amp; #5 tripping (3.6 </a:t>
                      </a:r>
                      <a:r>
                        <a:rPr lang="en-US" sz="1200" b="1" i="0" u="none" strike="noStrike" kern="1200" cap="none" spc="0" baseline="0" dirty="0" err="1">
                          <a:solidFill>
                            <a:schemeClr val="tx1"/>
                          </a:solidFill>
                          <a:effectLst/>
                          <a:uFillTx/>
                          <a:latin typeface="Calibri" panose="020F0502020204030204" pitchFamily="34" charset="0"/>
                          <a:ea typeface="+mn-ea"/>
                          <a:cs typeface="+mn-cs"/>
                        </a:rPr>
                        <a:t>hrs</a:t>
                      </a:r>
                      <a:r>
                        <a:rPr lang="en-US" sz="1200" b="1" i="0" u="none" strike="noStrike" kern="1200" cap="none" spc="0" baseline="0" dirty="0">
                          <a:solidFill>
                            <a:schemeClr val="tx1"/>
                          </a:solidFill>
                          <a:effectLst/>
                          <a:uFillTx/>
                          <a:latin typeface="Calibri" panose="020F0502020204030204" pitchFamily="34" charset="0"/>
                          <a:ea typeface="+mn-ea"/>
                          <a:cs typeface="+mn-cs"/>
                        </a:rPr>
                        <a:t>); flap jamming (1.3 </a:t>
                      </a:r>
                      <a:r>
                        <a:rPr lang="en-US" sz="1200" b="1" i="0" u="none" strike="noStrike" kern="1200" cap="none" spc="0" baseline="0" dirty="0" err="1">
                          <a:solidFill>
                            <a:schemeClr val="tx1"/>
                          </a:solidFill>
                          <a:effectLst/>
                          <a:uFillTx/>
                          <a:latin typeface="Calibri" panose="020F0502020204030204" pitchFamily="34" charset="0"/>
                          <a:ea typeface="+mn-ea"/>
                          <a:cs typeface="+mn-cs"/>
                        </a:rPr>
                        <a:t>hrs</a:t>
                      </a:r>
                      <a:r>
                        <a:rPr lang="en-US" sz="1200" b="1" i="0" u="none" strike="noStrike" kern="1200" cap="none" spc="0" baseline="0" dirty="0">
                          <a:solidFill>
                            <a:schemeClr val="tx1"/>
                          </a:solidFill>
                          <a:effectLst/>
                          <a:uFillTx/>
                          <a:latin typeface="Calibri" panose="020F0502020204030204" pitchFamily="34" charset="0"/>
                          <a:ea typeface="+mn-ea"/>
                          <a:cs typeface="+mn-cs"/>
                        </a:rPr>
                        <a:t>)</a:t>
                      </a: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0" marR="0" lvl="0" indent="0" algn="l" defTabSz="309563"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0" marR="0" lvl="0" indent="0" algn="l" defTabSz="309563"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0" marR="0" lvl="0" indent="0" algn="l" defTabSz="309563"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0" marR="0" lvl="0" indent="0" algn="l" defTabSz="309563"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0" marR="0" lvl="0" indent="0" algn="l" defTabSz="309563"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sym typeface="Helvetica Neue"/>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sym typeface="Helvetica Neue"/>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sym typeface="Helvetica Neue"/>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sym typeface="Helvetica Neue"/>
                      </a:endParaRPr>
                    </a:p>
                  </a:txBody>
                  <a:tcPr>
                    <a:lnL w="12700" cmpd="sng">
                      <a:solidFill>
                        <a:srgbClr val="FFFFFF"/>
                      </a:solidFill>
                    </a:lnL>
                    <a:lnR w="12700" cmpd="sng">
                      <a:solidFill>
                        <a:srgbClr val="FFFFFF"/>
                      </a:solidFill>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3C76">
                        <a:tint val="4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u="none" strike="noStrike" kern="1200" cap="none" spc="0" baseline="0" dirty="0">
                          <a:solidFill>
                            <a:schemeClr val="tx1"/>
                          </a:solidFill>
                          <a:effectLst/>
                          <a:uFillTx/>
                          <a:latin typeface="Calibri" panose="020F0502020204030204" pitchFamily="34" charset="0"/>
                          <a:ea typeface="+mn-ea"/>
                          <a:cs typeface="+mn-cs"/>
                        </a:rPr>
                        <a:t>Waiting for the pasteurizer dry run to be completed and the start-up results confirmed.</a:t>
                      </a: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p>
                      <a:pPr marL="171450" marR="0" lvl="0" indent="-171450" algn="l" defTabSz="30956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u="none" strike="noStrike" kern="1200" cap="none" spc="0" baseline="0" dirty="0">
                          <a:solidFill>
                            <a:schemeClr val="tx1"/>
                          </a:solidFill>
                          <a:effectLst/>
                          <a:uFillTx/>
                          <a:latin typeface="Calibri" panose="020F0502020204030204" pitchFamily="34" charset="0"/>
                          <a:ea typeface="+mn-ea"/>
                          <a:cs typeface="+mn-cs"/>
                        </a:rPr>
                        <a:t>Flap jamming was identified as the cause of the pump trips. The flaps were checked for alignment, lubricated, and adjusted to maintain equal spacing and prevent further jamming. </a:t>
                      </a:r>
                      <a:endParaRPr lang="en-US" sz="1200" b="1" i="0" u="none" strike="noStrike" kern="1200" cap="none" spc="0" baseline="0" dirty="0">
                        <a:solidFill>
                          <a:schemeClr val="tx1"/>
                        </a:solidFill>
                        <a:effectLst/>
                        <a:highlight>
                          <a:srgbClr val="FFFF00"/>
                        </a:highlight>
                        <a:uFillTx/>
                        <a:latin typeface="Calibri" panose="020F0502020204030204" pitchFamily="34" charset="0"/>
                        <a:ea typeface="+mn-ea"/>
                        <a:cs typeface="+mn-cs"/>
                      </a:endParaRPr>
                    </a:p>
                  </a:txBody>
                  <a:tcPr>
                    <a:lnL w="12700" cmpd="sng">
                      <a:solidFill>
                        <a:srgbClr val="FFFFFF"/>
                      </a:solidFill>
                    </a:lnL>
                    <a:lnR w="12700" cmpd="sng">
                      <a:solidFill>
                        <a:srgbClr val="FFFFFF"/>
                      </a:solidFill>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3C76">
                        <a:tint val="40000"/>
                      </a:srgb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6752828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21</a:t>
            </a:fld>
            <a:endParaRPr lang="en-US" sz="600" dirty="0"/>
          </a:p>
        </p:txBody>
      </p:sp>
      <p:sp>
        <p:nvSpPr>
          <p:cNvPr id="5" name="Title 3">
            <a:extLst>
              <a:ext uri="{FF2B5EF4-FFF2-40B4-BE49-F238E27FC236}">
                <a16:creationId xmlns:a16="http://schemas.microsoft.com/office/drawing/2014/main" id="{A3E580DB-8F36-4E77-869A-BC30C7595B80}"/>
              </a:ext>
            </a:extLst>
          </p:cNvPr>
          <p:cNvSpPr>
            <a:spLocks noGrp="1"/>
          </p:cNvSpPr>
          <p:nvPr>
            <p:ph type="title"/>
          </p:nvPr>
        </p:nvSpPr>
        <p:spPr>
          <a:xfrm>
            <a:off x="264833" y="276781"/>
            <a:ext cx="8390859" cy="348245"/>
          </a:xfrm>
        </p:spPr>
        <p:txBody>
          <a:bodyPr>
            <a:normAutofit fontScale="90000"/>
          </a:bodyPr>
          <a:lstStyle/>
          <a:p>
            <a:r>
              <a:rPr lang="en-TT" dirty="0">
                <a:effectLst>
                  <a:outerShdw blurRad="38100" dist="38100" dir="2700000" algn="tl">
                    <a:srgbClr val="000000">
                      <a:alpha val="43137"/>
                    </a:srgbClr>
                  </a:outerShdw>
                </a:effectLst>
              </a:rPr>
              <a:t>Production – Brewing Performance 2026</a:t>
            </a:r>
          </a:p>
        </p:txBody>
      </p:sp>
      <p:sp>
        <p:nvSpPr>
          <p:cNvPr id="8" name="TextBox 7">
            <a:extLst>
              <a:ext uri="{FF2B5EF4-FFF2-40B4-BE49-F238E27FC236}">
                <a16:creationId xmlns:a16="http://schemas.microsoft.com/office/drawing/2014/main" id="{B99FA79A-BB0D-4BD3-A9B3-CED16FC2F6CB}"/>
              </a:ext>
            </a:extLst>
          </p:cNvPr>
          <p:cNvSpPr txBox="1"/>
          <p:nvPr/>
        </p:nvSpPr>
        <p:spPr>
          <a:xfrm>
            <a:off x="768706" y="5672697"/>
            <a:ext cx="4962860" cy="1008225"/>
          </a:xfrm>
          <a:prstGeom prst="rect">
            <a:avLst/>
          </a:prstGeom>
          <a:noFill/>
        </p:spPr>
        <p:txBody>
          <a:bodyPr wrap="square">
            <a:spAutoFit/>
          </a:bodyPr>
          <a:lstStyle/>
          <a:p>
            <a:pPr marL="285750" indent="-285750">
              <a:lnSpc>
                <a:spcPct val="200000"/>
              </a:lnSpc>
              <a:buFont typeface="Wingdings" panose="05000000000000000000" pitchFamily="2" charset="2"/>
              <a:buChar char="§"/>
            </a:pPr>
            <a:r>
              <a:rPr lang="en-US" sz="1600" dirty="0"/>
              <a:t>Average brews per day for August was 7.3.</a:t>
            </a:r>
          </a:p>
          <a:p>
            <a:pPr marL="285750" indent="-285750">
              <a:lnSpc>
                <a:spcPct val="200000"/>
              </a:lnSpc>
              <a:buFont typeface="Wingdings" panose="05000000000000000000" pitchFamily="2" charset="2"/>
              <a:buChar char="§"/>
            </a:pPr>
            <a:r>
              <a:rPr lang="en-US" sz="1600" dirty="0"/>
              <a:t>YTD brews per day is 6.5.</a:t>
            </a:r>
          </a:p>
        </p:txBody>
      </p:sp>
      <p:pic>
        <p:nvPicPr>
          <p:cNvPr id="9" name="Picture 8">
            <a:extLst>
              <a:ext uri="{FF2B5EF4-FFF2-40B4-BE49-F238E27FC236}">
                <a16:creationId xmlns:a16="http://schemas.microsoft.com/office/drawing/2014/main" id="{A06A4A6B-5471-96E9-FA64-CCB42ABCDCA7}"/>
              </a:ext>
            </a:extLst>
          </p:cNvPr>
          <p:cNvPicPr>
            <a:picLocks noChangeAspect="1"/>
          </p:cNvPicPr>
          <p:nvPr/>
        </p:nvPicPr>
        <p:blipFill>
          <a:blip r:embed="rId2"/>
          <a:stretch>
            <a:fillRect/>
          </a:stretch>
        </p:blipFill>
        <p:spPr>
          <a:xfrm>
            <a:off x="891766" y="1122768"/>
            <a:ext cx="7360467" cy="4549929"/>
          </a:xfrm>
          <a:prstGeom prst="rect">
            <a:avLst/>
          </a:prstGeom>
        </p:spPr>
      </p:pic>
    </p:spTree>
    <p:extLst>
      <p:ext uri="{BB962C8B-B14F-4D97-AF65-F5344CB8AC3E}">
        <p14:creationId xmlns:p14="http://schemas.microsoft.com/office/powerpoint/2010/main" val="174297139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04F42-8ED0-CB5A-71D0-1997E904615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B576D08-5792-C762-F81E-0F125F117591}"/>
              </a:ext>
            </a:extLst>
          </p:cNvPr>
          <p:cNvSpPr>
            <a:spLocks noGrp="1"/>
          </p:cNvSpPr>
          <p:nvPr>
            <p:ph type="sldNum" sz="quarter" idx="4"/>
          </p:nvPr>
        </p:nvSpPr>
        <p:spPr/>
        <p:txBody>
          <a:bodyPr/>
          <a:lstStyle/>
          <a:p>
            <a:fld id="{5E89B1FD-11B0-0F4B-A0BD-A76170B314AE}" type="slidenum">
              <a:rPr lang="en-US" smtClean="0"/>
              <a:pPr/>
              <a:t>22</a:t>
            </a:fld>
            <a:endParaRPr lang="en-US" sz="600" dirty="0"/>
          </a:p>
        </p:txBody>
      </p:sp>
      <p:sp>
        <p:nvSpPr>
          <p:cNvPr id="4" name="Rectangle 3">
            <a:extLst>
              <a:ext uri="{FF2B5EF4-FFF2-40B4-BE49-F238E27FC236}">
                <a16:creationId xmlns:a16="http://schemas.microsoft.com/office/drawing/2014/main" id="{AD48734C-0A29-F45B-7A60-3099C946750A}"/>
              </a:ext>
            </a:extLst>
          </p:cNvPr>
          <p:cNvSpPr/>
          <p:nvPr/>
        </p:nvSpPr>
        <p:spPr>
          <a:xfrm>
            <a:off x="374622" y="196238"/>
            <a:ext cx="6120690" cy="313932"/>
          </a:xfrm>
          <a:prstGeom prst="rect">
            <a:avLst/>
          </a:prstGeom>
          <a:noFill/>
          <a:ln>
            <a:miter lim="800000"/>
            <a:headEnd/>
            <a:tailEnd/>
          </a:ln>
        </p:spPr>
        <p:txBody>
          <a:bodyPr vert="horz" wrap="square" lIns="76200" tIns="38100" rIns="76200" bIns="38100" numCol="1" rtlCol="0" anchor="t" anchorCtr="0" compatLnSpc="1">
            <a:prstTxWarp prst="textNoShape">
              <a:avLst/>
            </a:prstTxWarp>
            <a:noAutofit/>
          </a:bodyPr>
          <a:lstStyle/>
          <a:p>
            <a:pPr>
              <a:lnSpc>
                <a:spcPct val="90000"/>
              </a:lnSpc>
              <a:spcBef>
                <a:spcPts val="1000"/>
              </a:spcBef>
            </a:pPr>
            <a:r>
              <a:rPr lang="en-TT" sz="1600" b="1" cap="all" dirty="0">
                <a:latin typeface="Trebuchet MS" panose="020B0703020202090204" pitchFamily="34" charset="0"/>
                <a:sym typeface="Open Sans Bold"/>
              </a:rPr>
              <a:t>Brewing Issues-  Forward Approach</a:t>
            </a:r>
          </a:p>
        </p:txBody>
      </p:sp>
      <p:graphicFrame>
        <p:nvGraphicFramePr>
          <p:cNvPr id="5" name="Table 4">
            <a:extLst>
              <a:ext uri="{FF2B5EF4-FFF2-40B4-BE49-F238E27FC236}">
                <a16:creationId xmlns:a16="http://schemas.microsoft.com/office/drawing/2014/main" id="{7825BB35-1580-E155-F4B6-73B8E822BCA1}"/>
              </a:ext>
            </a:extLst>
          </p:cNvPr>
          <p:cNvGraphicFramePr>
            <a:graphicFrameLocks noGrp="1"/>
          </p:cNvGraphicFramePr>
          <p:nvPr>
            <p:extLst>
              <p:ext uri="{D42A27DB-BD31-4B8C-83A1-F6EECF244321}">
                <p14:modId xmlns:p14="http://schemas.microsoft.com/office/powerpoint/2010/main" val="2038321782"/>
              </p:ext>
            </p:extLst>
          </p:nvPr>
        </p:nvGraphicFramePr>
        <p:xfrm>
          <a:off x="248970" y="1294645"/>
          <a:ext cx="8650587" cy="4176845"/>
        </p:xfrm>
        <a:graphic>
          <a:graphicData uri="http://schemas.openxmlformats.org/drawingml/2006/table">
            <a:tbl>
              <a:tblPr firstRow="1" bandRow="1">
                <a:tableStyleId>{5C22544A-7EE6-4342-B048-85BDC9FD1C3A}</a:tableStyleId>
              </a:tblPr>
              <a:tblGrid>
                <a:gridCol w="645401">
                  <a:extLst>
                    <a:ext uri="{9D8B030D-6E8A-4147-A177-3AD203B41FA5}">
                      <a16:colId xmlns:a16="http://schemas.microsoft.com/office/drawing/2014/main" val="225834742"/>
                    </a:ext>
                  </a:extLst>
                </a:gridCol>
                <a:gridCol w="2962405">
                  <a:extLst>
                    <a:ext uri="{9D8B030D-6E8A-4147-A177-3AD203B41FA5}">
                      <a16:colId xmlns:a16="http://schemas.microsoft.com/office/drawing/2014/main" val="528050025"/>
                    </a:ext>
                  </a:extLst>
                </a:gridCol>
                <a:gridCol w="5042781">
                  <a:extLst>
                    <a:ext uri="{9D8B030D-6E8A-4147-A177-3AD203B41FA5}">
                      <a16:colId xmlns:a16="http://schemas.microsoft.com/office/drawing/2014/main" val="1725573540"/>
                    </a:ext>
                  </a:extLst>
                </a:gridCol>
              </a:tblGrid>
              <a:tr h="446591">
                <a:tc>
                  <a:txBody>
                    <a:bodyPr/>
                    <a:lstStyle/>
                    <a:p>
                      <a:pPr algn="ctr" fontAlgn="t">
                        <a:buNone/>
                      </a:pPr>
                      <a:r>
                        <a:rPr lang="en-US" sz="1800" b="0" i="0" u="none" strike="noStrike" dirty="0">
                          <a:solidFill>
                            <a:srgbClr val="000000"/>
                          </a:solidFill>
                          <a:effectLst/>
                          <a:latin typeface="Arial" panose="020B0604020202020204" pitchFamily="34" charset="0"/>
                        </a:rPr>
                        <a:t> </a:t>
                      </a:r>
                    </a:p>
                  </a:txBody>
                  <a:tcPr marL="9525" marR="9525" marT="9525" marB="0"/>
                </a:tc>
                <a:tc>
                  <a:txBody>
                    <a:bodyPr/>
                    <a:lstStyle/>
                    <a:p>
                      <a:pPr algn="ctr" rtl="0" fontAlgn="ctr">
                        <a:buNone/>
                      </a:pPr>
                      <a:r>
                        <a:rPr lang="en-US" sz="1800" b="1" i="0" u="none" strike="noStrike" dirty="0">
                          <a:solidFill>
                            <a:srgbClr val="FFFFFF"/>
                          </a:solidFill>
                          <a:effectLst/>
                          <a:latin typeface="Calibri" panose="020F0502020204030204" pitchFamily="34" charset="0"/>
                        </a:rPr>
                        <a:t>Area of Focus</a:t>
                      </a:r>
                    </a:p>
                  </a:txBody>
                  <a:tcPr marL="9525" marR="9525" marT="9525" marB="0" anchor="ctr"/>
                </a:tc>
                <a:tc>
                  <a:txBody>
                    <a:bodyPr/>
                    <a:lstStyle/>
                    <a:p>
                      <a:pPr algn="ctr" rtl="0" fontAlgn="ctr">
                        <a:buNone/>
                      </a:pPr>
                      <a:r>
                        <a:rPr lang="en-US" sz="1800" b="1" i="0" u="none" strike="noStrike" dirty="0">
                          <a:solidFill>
                            <a:srgbClr val="FFFFFF"/>
                          </a:solidFill>
                          <a:effectLst/>
                          <a:latin typeface="Calibri" panose="020F0502020204030204" pitchFamily="34" charset="0"/>
                        </a:rPr>
                        <a:t>Plan</a:t>
                      </a:r>
                    </a:p>
                  </a:txBody>
                  <a:tcPr marL="9525" marR="9525" marT="9525" marB="0" anchor="ctr"/>
                </a:tc>
                <a:extLst>
                  <a:ext uri="{0D108BD9-81ED-4DB2-BD59-A6C34878D82A}">
                    <a16:rowId xmlns:a16="http://schemas.microsoft.com/office/drawing/2014/main" val="509047276"/>
                  </a:ext>
                </a:extLst>
              </a:tr>
              <a:tr h="733167">
                <a:tc>
                  <a:txBody>
                    <a:bodyPr/>
                    <a:lstStyle/>
                    <a:p>
                      <a:pPr algn="ctr" rtl="0" fontAlgn="ctr">
                        <a:buNone/>
                      </a:pPr>
                      <a:r>
                        <a:rPr lang="en-US" sz="1400" b="1" i="0" u="none" strike="noStrike">
                          <a:solidFill>
                            <a:srgbClr val="000000"/>
                          </a:solidFill>
                          <a:effectLst/>
                          <a:latin typeface="Calibri" panose="020F0502020204030204" pitchFamily="34" charset="0"/>
                        </a:rPr>
                        <a:t>1</a:t>
                      </a:r>
                    </a:p>
                  </a:txBody>
                  <a:tcPr marL="9525" marR="9525" marT="9525" marB="0" anchor="ctr"/>
                </a:tc>
                <a:tc>
                  <a:txBody>
                    <a:bodyPr/>
                    <a:lstStyle/>
                    <a:p>
                      <a:pPr algn="l" rtl="0" fontAlgn="ctr">
                        <a:buNone/>
                      </a:pPr>
                      <a:r>
                        <a:rPr lang="en-US" sz="1400" b="1" i="0" u="none" strike="noStrike" dirty="0">
                          <a:solidFill>
                            <a:srgbClr val="000000"/>
                          </a:solidFill>
                          <a:effectLst/>
                          <a:latin typeface="Aptos" panose="020B0004020202020204" pitchFamily="34" charset="0"/>
                        </a:rPr>
                        <a:t>Malfunctioning valves at wort kettle</a:t>
                      </a:r>
                    </a:p>
                  </a:txBody>
                  <a:tcPr marL="9525" marR="9525" marT="9525" marB="0" anchor="ctr"/>
                </a:tc>
                <a:tc>
                  <a:txBody>
                    <a:bodyPr/>
                    <a:lstStyle/>
                    <a:p>
                      <a:pPr marL="285750" indent="-285750" algn="l" rtl="0" fontAlgn="ctr">
                        <a:buClr>
                          <a:srgbClr val="000000"/>
                        </a:buClr>
                        <a:buSzPts val="1400"/>
                        <a:buFont typeface="Arial" panose="020B0604020202020204" pitchFamily="34" charset="0"/>
                        <a:buChar char="•"/>
                      </a:pPr>
                      <a:r>
                        <a:rPr lang="en-US" sz="1400" b="1" i="0" u="none" strike="noStrike" kern="1200" dirty="0">
                          <a:solidFill>
                            <a:srgbClr val="000000"/>
                          </a:solidFill>
                          <a:effectLst/>
                          <a:latin typeface="Aptos" panose="020B0004020202020204" pitchFamily="34" charset="0"/>
                          <a:ea typeface="+mn-ea"/>
                          <a:cs typeface="+mn-cs"/>
                        </a:rPr>
                        <a:t>Requisition under review and awaiting final approval.</a:t>
                      </a:r>
                    </a:p>
                  </a:txBody>
                  <a:tcPr marL="342900" marR="9525" marT="9525" marB="0" anchor="ctr"/>
                </a:tc>
                <a:extLst>
                  <a:ext uri="{0D108BD9-81ED-4DB2-BD59-A6C34878D82A}">
                    <a16:rowId xmlns:a16="http://schemas.microsoft.com/office/drawing/2014/main" val="493156899"/>
                  </a:ext>
                </a:extLst>
              </a:tr>
              <a:tr h="869797">
                <a:tc>
                  <a:txBody>
                    <a:bodyPr/>
                    <a:lstStyle/>
                    <a:p>
                      <a:pPr algn="ctr" rtl="0" fontAlgn="ctr">
                        <a:buNone/>
                      </a:pPr>
                      <a:r>
                        <a:rPr lang="en-US" sz="1400" b="1" i="0" u="none" strike="noStrike" dirty="0">
                          <a:solidFill>
                            <a:srgbClr val="000000"/>
                          </a:solidFill>
                          <a:effectLst/>
                          <a:latin typeface="Calibri" panose="020F0502020204030204" pitchFamily="34" charset="0"/>
                        </a:rPr>
                        <a:t>2</a:t>
                      </a:r>
                    </a:p>
                  </a:txBody>
                  <a:tcPr marL="9525" marR="9525" marT="9525" marB="0" anchor="ctr"/>
                </a:tc>
                <a:tc>
                  <a:txBody>
                    <a:bodyPr/>
                    <a:lstStyle/>
                    <a:p>
                      <a:pPr algn="l" rtl="0" fontAlgn="ctr">
                        <a:buNone/>
                      </a:pPr>
                      <a:r>
                        <a:rPr lang="en-US" sz="1400" b="1" i="0" u="none" strike="noStrike" dirty="0">
                          <a:solidFill>
                            <a:srgbClr val="000000"/>
                          </a:solidFill>
                          <a:effectLst/>
                          <a:latin typeface="Aptos" panose="020B0004020202020204" pitchFamily="34" charset="0"/>
                        </a:rPr>
                        <a:t>Steam and air supply interruptions</a:t>
                      </a:r>
                    </a:p>
                  </a:txBody>
                  <a:tcPr marL="9525" marR="9525" marT="9525" marB="0" anchor="ctr"/>
                </a:tc>
                <a:tc>
                  <a:txBody>
                    <a:bodyPr/>
                    <a:lstStyle/>
                    <a:p>
                      <a:pPr marL="285750" marR="0" lvl="0" indent="-285750" algn="l" defTabSz="914400" rtl="0" eaLnBrk="1" fontAlgn="ctr"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1400" b="1" i="0" u="none" strike="noStrike" kern="1200" dirty="0">
                          <a:solidFill>
                            <a:srgbClr val="000000"/>
                          </a:solidFill>
                          <a:effectLst/>
                          <a:latin typeface="Aptos" panose="020B0004020202020204" pitchFamily="34" charset="0"/>
                          <a:ea typeface="+mn-ea"/>
                          <a:cs typeface="+mn-cs"/>
                        </a:rPr>
                        <a:t>Brewing was affected by an air compressor failure and periods of low steam pressure. Shift men responded to the interruptions and restored normal operating conditions.</a:t>
                      </a:r>
                    </a:p>
                  </a:txBody>
                  <a:tcPr marL="342900" marR="9525" marT="9525" marB="0" anchor="ctr"/>
                </a:tc>
                <a:extLst>
                  <a:ext uri="{0D108BD9-81ED-4DB2-BD59-A6C34878D82A}">
                    <a16:rowId xmlns:a16="http://schemas.microsoft.com/office/drawing/2014/main" val="3548455167"/>
                  </a:ext>
                </a:extLst>
              </a:tr>
              <a:tr h="1016894">
                <a:tc>
                  <a:txBody>
                    <a:bodyPr/>
                    <a:lstStyle/>
                    <a:p>
                      <a:pPr algn="ctr" rtl="0" fontAlgn="ctr">
                        <a:buNone/>
                      </a:pPr>
                      <a:r>
                        <a:rPr lang="en-US" sz="1400" b="1" i="0" u="none" strike="noStrike" dirty="0">
                          <a:solidFill>
                            <a:srgbClr val="000000"/>
                          </a:solidFill>
                          <a:effectLst/>
                          <a:latin typeface="Calibri" panose="020F0502020204030204" pitchFamily="34" charset="0"/>
                        </a:rPr>
                        <a:t>3</a:t>
                      </a:r>
                    </a:p>
                  </a:txBody>
                  <a:tcPr marL="9525" marR="9525" marT="9525" marB="0" anchor="ctr"/>
                </a:tc>
                <a:tc>
                  <a:txBody>
                    <a:bodyPr/>
                    <a:lstStyle/>
                    <a:p>
                      <a:pPr algn="l" rtl="0" fontAlgn="ctr">
                        <a:buNone/>
                      </a:pPr>
                      <a:r>
                        <a:rPr lang="en-US" sz="1400" b="1" i="0" u="none" strike="noStrike" dirty="0">
                          <a:solidFill>
                            <a:srgbClr val="000000"/>
                          </a:solidFill>
                          <a:effectLst/>
                          <a:latin typeface="Aptos" panose="020B0004020202020204" pitchFamily="34" charset="0"/>
                        </a:rPr>
                        <a:t>Mash tun slide valve </a:t>
                      </a:r>
                    </a:p>
                  </a:txBody>
                  <a:tcPr marL="9525" marR="9525" marT="9525" marB="0" anchor="ctr"/>
                </a:tc>
                <a:tc>
                  <a:txBody>
                    <a:bodyPr/>
                    <a:lstStyle/>
                    <a:p>
                      <a:pPr marL="285750" marR="0" lvl="0" indent="-285750" algn="l" defTabSz="914400" rtl="0" eaLnBrk="1" fontAlgn="ctr"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1400" b="1" i="0" u="none" strike="noStrike" kern="1200" dirty="0">
                          <a:solidFill>
                            <a:srgbClr val="000000"/>
                          </a:solidFill>
                          <a:effectLst/>
                          <a:latin typeface="Aptos" panose="020B0004020202020204" pitchFamily="34" charset="0"/>
                          <a:ea typeface="+mn-ea"/>
                          <a:cs typeface="+mn-cs"/>
                        </a:rPr>
                        <a:t>Servicing was completed, with improved performance observed in September.</a:t>
                      </a:r>
                    </a:p>
                  </a:txBody>
                  <a:tcPr marL="342900" marR="9525" marT="9525" marB="0" anchor="ctr"/>
                </a:tc>
                <a:extLst>
                  <a:ext uri="{0D108BD9-81ED-4DB2-BD59-A6C34878D82A}">
                    <a16:rowId xmlns:a16="http://schemas.microsoft.com/office/drawing/2014/main" val="1800364784"/>
                  </a:ext>
                </a:extLst>
              </a:tr>
              <a:tr h="1110396">
                <a:tc>
                  <a:txBody>
                    <a:bodyPr/>
                    <a:lstStyle/>
                    <a:p>
                      <a:pPr algn="ctr" rtl="0" fontAlgn="ctr">
                        <a:buNone/>
                      </a:pPr>
                      <a:r>
                        <a:rPr lang="en-US" sz="1400" b="1" i="0" u="none" strike="noStrike" dirty="0">
                          <a:solidFill>
                            <a:srgbClr val="000000"/>
                          </a:solidFill>
                          <a:effectLst/>
                          <a:latin typeface="Calibri" panose="020F0502020204030204" pitchFamily="34" charset="0"/>
                        </a:rPr>
                        <a:t>4</a:t>
                      </a:r>
                    </a:p>
                  </a:txBody>
                  <a:tcPr marL="9525" marR="9525" marT="9525" marB="0" anchor="ctr"/>
                </a:tc>
                <a:tc>
                  <a:txBody>
                    <a:bodyPr/>
                    <a:lstStyle/>
                    <a:p>
                      <a:pPr algn="l" rtl="0" fontAlgn="ctr">
                        <a:buNone/>
                      </a:pPr>
                      <a:r>
                        <a:rPr lang="en-US" sz="1400" b="1" i="0" u="none" strike="noStrike" dirty="0">
                          <a:solidFill>
                            <a:srgbClr val="000000"/>
                          </a:solidFill>
                          <a:effectLst/>
                          <a:latin typeface="Aptos" panose="020B0004020202020204" pitchFamily="34" charset="0"/>
                        </a:rPr>
                        <a:t>Faulty  on wort external boiler emptying valve</a:t>
                      </a:r>
                    </a:p>
                  </a:txBody>
                  <a:tcPr marL="9525" marR="9525" marT="9525" marB="0" anchor="ctr"/>
                </a:tc>
                <a:tc>
                  <a:txBody>
                    <a:bodyPr/>
                    <a:lstStyle/>
                    <a:p>
                      <a:pPr marL="285750" marR="0" lvl="0" indent="-285750" algn="l" defTabSz="914400" rtl="0" eaLnBrk="1" fontAlgn="ctr"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1400" b="1" i="0" u="none" strike="noStrike" kern="1200" dirty="0">
                          <a:solidFill>
                            <a:srgbClr val="000000"/>
                          </a:solidFill>
                          <a:effectLst/>
                          <a:latin typeface="Aptos" panose="020B0004020202020204" pitchFamily="34" charset="0"/>
                          <a:ea typeface="+mn-ea"/>
                          <a:cs typeface="+mn-cs"/>
                        </a:rPr>
                        <a:t>Valve repaired to restore proper operation.</a:t>
                      </a:r>
                    </a:p>
                  </a:txBody>
                  <a:tcPr marL="342900" marR="9525" marT="9525" marB="0" anchor="ctr"/>
                </a:tc>
                <a:extLst>
                  <a:ext uri="{0D108BD9-81ED-4DB2-BD59-A6C34878D82A}">
                    <a16:rowId xmlns:a16="http://schemas.microsoft.com/office/drawing/2014/main" val="3444938129"/>
                  </a:ext>
                </a:extLst>
              </a:tr>
            </a:tbl>
          </a:graphicData>
        </a:graphic>
      </p:graphicFrame>
    </p:spTree>
    <p:extLst>
      <p:ext uri="{BB962C8B-B14F-4D97-AF65-F5344CB8AC3E}">
        <p14:creationId xmlns:p14="http://schemas.microsoft.com/office/powerpoint/2010/main" val="390839490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23</a:t>
            </a:fld>
            <a:endParaRPr lang="en-US" sz="600" dirty="0"/>
          </a:p>
        </p:txBody>
      </p:sp>
      <p:sp>
        <p:nvSpPr>
          <p:cNvPr id="8" name="Title 3">
            <a:extLst>
              <a:ext uri="{FF2B5EF4-FFF2-40B4-BE49-F238E27FC236}">
                <a16:creationId xmlns:a16="http://schemas.microsoft.com/office/drawing/2014/main" id="{58073EAE-6462-404B-A9D7-9990D182D866}"/>
              </a:ext>
            </a:extLst>
          </p:cNvPr>
          <p:cNvSpPr txBox="1">
            <a:spLocks/>
          </p:cNvSpPr>
          <p:nvPr/>
        </p:nvSpPr>
        <p:spPr>
          <a:xfrm>
            <a:off x="138516" y="143225"/>
            <a:ext cx="8390859" cy="316923"/>
          </a:xfrm>
          <a:prstGeom prst="rect">
            <a:avLst/>
          </a:prstGeom>
        </p:spPr>
        <p:txBody>
          <a:bodyPr anchor="b">
            <a:normAutofit fontScale="97500"/>
          </a:bodyPr>
          <a:lstStyle>
            <a:lvl1pPr marL="0" marR="0" indent="0" algn="l" defTabSz="278607" rtl="0" latinLnBrk="0">
              <a:lnSpc>
                <a:spcPct val="100000"/>
              </a:lnSpc>
              <a:spcBef>
                <a:spcPts val="0"/>
              </a:spcBef>
              <a:spcAft>
                <a:spcPts val="0"/>
              </a:spcAft>
              <a:buClrTx/>
              <a:buSzTx/>
              <a:buFontTx/>
              <a:buNone/>
              <a:tabLst/>
              <a:defRPr sz="1800" b="1" i="0" u="none" strike="noStrike" cap="none" spc="0" baseline="0">
                <a:solidFill>
                  <a:srgbClr val="000000"/>
                </a:solidFill>
                <a:uFillTx/>
                <a:latin typeface="+mj-lt"/>
                <a:ea typeface="Open Sans Bold"/>
                <a:cs typeface="Open Sans Bold"/>
                <a:sym typeface="Open Sans Bold"/>
              </a:defRPr>
            </a:lvl1pPr>
            <a:lvl2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2pPr>
            <a:lvl3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3pPr>
            <a:lvl4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4pPr>
            <a:lvl5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5pPr>
            <a:lvl6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6pPr>
            <a:lvl7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7pPr>
            <a:lvl8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8pPr>
            <a:lvl9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9pPr>
          </a:lstStyle>
          <a:p>
            <a:pPr>
              <a:lnSpc>
                <a:spcPct val="90000"/>
              </a:lnSpc>
              <a:spcBef>
                <a:spcPts val="1000"/>
              </a:spcBef>
            </a:pPr>
            <a:r>
              <a:rPr lang="en-TT" sz="1600" cap="all" dirty="0">
                <a:solidFill>
                  <a:schemeClr val="tx1"/>
                </a:solidFill>
                <a:latin typeface="Trebuchet MS" panose="020B0703020202090204" pitchFamily="34" charset="0"/>
                <a:ea typeface="+mn-ea"/>
                <a:cs typeface="+mn-cs"/>
              </a:rPr>
              <a:t>Production – Brewing Performance- Extract Losses </a:t>
            </a:r>
          </a:p>
        </p:txBody>
      </p:sp>
      <p:sp>
        <p:nvSpPr>
          <p:cNvPr id="11" name="Rectangle 10">
            <a:extLst>
              <a:ext uri="{FF2B5EF4-FFF2-40B4-BE49-F238E27FC236}">
                <a16:creationId xmlns:a16="http://schemas.microsoft.com/office/drawing/2014/main" id="{79EE658A-EE82-49F5-BA84-485C545EBB7E}"/>
              </a:ext>
            </a:extLst>
          </p:cNvPr>
          <p:cNvSpPr/>
          <p:nvPr/>
        </p:nvSpPr>
        <p:spPr>
          <a:xfrm>
            <a:off x="7456479" y="991461"/>
            <a:ext cx="2653976" cy="906402"/>
          </a:xfrm>
          <a:prstGeom prst="rect">
            <a:avLst/>
          </a:prstGeom>
        </p:spPr>
        <p:txBody>
          <a:bodyPr wrap="square">
            <a:spAutoFit/>
          </a:bodyPr>
          <a:lstStyle/>
          <a:p>
            <a:pPr marL="285750" indent="-182880" defTabSz="914400">
              <a:lnSpc>
                <a:spcPct val="150000"/>
              </a:lnSpc>
              <a:spcAft>
                <a:spcPts val="600"/>
              </a:spcAft>
              <a:buClr>
                <a:schemeClr val="tx1"/>
              </a:buClr>
              <a:buFont typeface="Wingdings" pitchFamily="2" charset="2"/>
              <a:buChar char=""/>
            </a:pPr>
            <a:endParaRPr lang="en-US" sz="1300" dirty="0"/>
          </a:p>
          <a:p>
            <a:pPr marL="102870" defTabSz="914400">
              <a:lnSpc>
                <a:spcPct val="90000"/>
              </a:lnSpc>
              <a:spcAft>
                <a:spcPts val="600"/>
              </a:spcAft>
              <a:buClr>
                <a:schemeClr val="tx1"/>
              </a:buClr>
            </a:pPr>
            <a:endParaRPr lang="en-US" sz="1300" dirty="0"/>
          </a:p>
          <a:p>
            <a:pPr indent="-182880" defTabSz="914400">
              <a:lnSpc>
                <a:spcPct val="90000"/>
              </a:lnSpc>
              <a:spcAft>
                <a:spcPts val="600"/>
              </a:spcAft>
              <a:buClr>
                <a:schemeClr val="tx1"/>
              </a:buClr>
              <a:buFont typeface="Wingdings" pitchFamily="2" charset="2"/>
              <a:buChar char=""/>
            </a:pPr>
            <a:endParaRPr lang="en-US" sz="1300" dirty="0"/>
          </a:p>
        </p:txBody>
      </p:sp>
      <p:sp>
        <p:nvSpPr>
          <p:cNvPr id="5" name="Rectangle 4">
            <a:extLst>
              <a:ext uri="{FF2B5EF4-FFF2-40B4-BE49-F238E27FC236}">
                <a16:creationId xmlns:a16="http://schemas.microsoft.com/office/drawing/2014/main" id="{F6900557-C6EE-3CF9-D8C0-542020240870}"/>
              </a:ext>
            </a:extLst>
          </p:cNvPr>
          <p:cNvSpPr/>
          <p:nvPr/>
        </p:nvSpPr>
        <p:spPr>
          <a:xfrm>
            <a:off x="16674" y="5896522"/>
            <a:ext cx="4806892" cy="854465"/>
          </a:xfrm>
          <a:prstGeom prst="rect">
            <a:avLst/>
          </a:prstGeom>
        </p:spPr>
        <p:txBody>
          <a:bodyPr wrap="square">
            <a:spAutoFit/>
          </a:bodyPr>
          <a:lstStyle/>
          <a:p>
            <a:pPr marL="285750" indent="-182880">
              <a:lnSpc>
                <a:spcPts val="1560"/>
              </a:lnSpc>
              <a:spcAft>
                <a:spcPts val="600"/>
              </a:spcAft>
              <a:buClr>
                <a:schemeClr val="tx1"/>
              </a:buClr>
              <a:buFont typeface="Wingdings" pitchFamily="2" charset="2"/>
              <a:buChar char=""/>
            </a:pPr>
            <a:r>
              <a:rPr lang="en-US" sz="1300" b="1" dirty="0"/>
              <a:t>Brewhouse Extract loss –       MTD- 98.7% </a:t>
            </a:r>
            <a:r>
              <a:rPr lang="en-US" sz="1300" dirty="0"/>
              <a:t>( within target)</a:t>
            </a:r>
          </a:p>
          <a:p>
            <a:pPr marL="285750" indent="-182880">
              <a:lnSpc>
                <a:spcPts val="1560"/>
              </a:lnSpc>
              <a:spcAft>
                <a:spcPts val="600"/>
              </a:spcAft>
              <a:buClr>
                <a:schemeClr val="tx1"/>
              </a:buClr>
              <a:buFont typeface="Wingdings" pitchFamily="2" charset="2"/>
              <a:buChar char=""/>
            </a:pPr>
            <a:r>
              <a:rPr lang="en-US" sz="1300" b="1" dirty="0"/>
              <a:t>Filtration/Cellars Extract Loss - MTD- 6.3</a:t>
            </a:r>
            <a:r>
              <a:rPr lang="en-US" sz="1300" dirty="0"/>
              <a:t>% (0.8% above target)</a:t>
            </a:r>
          </a:p>
          <a:p>
            <a:pPr marL="1931670" lvl="4">
              <a:lnSpc>
                <a:spcPts val="1560"/>
              </a:lnSpc>
              <a:spcAft>
                <a:spcPts val="600"/>
              </a:spcAft>
              <a:buClr>
                <a:schemeClr val="tx1"/>
              </a:buClr>
            </a:pPr>
            <a:r>
              <a:rPr lang="en-US" sz="1300" b="1" dirty="0"/>
              <a:t>                        </a:t>
            </a:r>
            <a:endParaRPr lang="en-US" sz="1300" dirty="0"/>
          </a:p>
        </p:txBody>
      </p:sp>
      <p:sp>
        <p:nvSpPr>
          <p:cNvPr id="9" name="Rectangle 8">
            <a:extLst>
              <a:ext uri="{FF2B5EF4-FFF2-40B4-BE49-F238E27FC236}">
                <a16:creationId xmlns:a16="http://schemas.microsoft.com/office/drawing/2014/main" id="{8D0908C0-5AFF-3D93-5A74-58F76A98F90C}"/>
              </a:ext>
            </a:extLst>
          </p:cNvPr>
          <p:cNvSpPr/>
          <p:nvPr/>
        </p:nvSpPr>
        <p:spPr>
          <a:xfrm>
            <a:off x="4695405" y="5874672"/>
            <a:ext cx="4242117" cy="851515"/>
          </a:xfrm>
          <a:prstGeom prst="rect">
            <a:avLst/>
          </a:prstGeom>
        </p:spPr>
        <p:txBody>
          <a:bodyPr wrap="square">
            <a:spAutoFit/>
          </a:bodyPr>
          <a:lstStyle/>
          <a:p>
            <a:pPr marL="285750" indent="-182880" defTabSz="914400">
              <a:lnSpc>
                <a:spcPts val="1560"/>
              </a:lnSpc>
              <a:spcAft>
                <a:spcPts val="600"/>
              </a:spcAft>
              <a:buClr>
                <a:schemeClr val="tx1"/>
              </a:buClr>
              <a:buFont typeface="Wingdings" pitchFamily="2" charset="2"/>
              <a:buChar char=""/>
            </a:pPr>
            <a:r>
              <a:rPr lang="en-US" sz="1300" b="1" dirty="0"/>
              <a:t>Packaging loss –         MTD- 2.0% </a:t>
            </a:r>
            <a:r>
              <a:rPr lang="en-US" sz="1300" dirty="0"/>
              <a:t>(0.2% off target)</a:t>
            </a:r>
          </a:p>
          <a:p>
            <a:pPr marL="285750" indent="-182880" defTabSz="914400">
              <a:spcAft>
                <a:spcPts val="600"/>
              </a:spcAft>
              <a:buClr>
                <a:schemeClr val="tx1"/>
              </a:buClr>
              <a:buFont typeface="Wingdings" pitchFamily="2" charset="2"/>
              <a:buChar char=""/>
            </a:pPr>
            <a:r>
              <a:rPr lang="en-US" sz="1300" b="1" dirty="0"/>
              <a:t>Overall Extract loss – MTD-  9.6</a:t>
            </a:r>
            <a:r>
              <a:rPr lang="en-US" sz="1300" dirty="0"/>
              <a:t>% (0.3% above target)</a:t>
            </a:r>
          </a:p>
          <a:p>
            <a:pPr marL="102870">
              <a:spcAft>
                <a:spcPts val="600"/>
              </a:spcAft>
              <a:buClr>
                <a:schemeClr val="tx1"/>
              </a:buClr>
            </a:pPr>
            <a:r>
              <a:rPr lang="en-US" sz="1300" b="1" dirty="0"/>
              <a:t>	            	</a:t>
            </a:r>
          </a:p>
        </p:txBody>
      </p:sp>
      <p:pic>
        <p:nvPicPr>
          <p:cNvPr id="4" name="Picture 3">
            <a:extLst>
              <a:ext uri="{FF2B5EF4-FFF2-40B4-BE49-F238E27FC236}">
                <a16:creationId xmlns:a16="http://schemas.microsoft.com/office/drawing/2014/main" id="{73B14AC6-4D97-C733-3522-069BCD8C4B63}"/>
              </a:ext>
            </a:extLst>
          </p:cNvPr>
          <p:cNvPicPr>
            <a:picLocks noChangeAspect="1"/>
          </p:cNvPicPr>
          <p:nvPr/>
        </p:nvPicPr>
        <p:blipFill>
          <a:blip r:embed="rId2"/>
          <a:stretch>
            <a:fillRect/>
          </a:stretch>
        </p:blipFill>
        <p:spPr>
          <a:xfrm>
            <a:off x="759302" y="956987"/>
            <a:ext cx="7524618" cy="4811298"/>
          </a:xfrm>
          <a:prstGeom prst="rect">
            <a:avLst/>
          </a:prstGeom>
        </p:spPr>
      </p:pic>
    </p:spTree>
    <p:extLst>
      <p:ext uri="{BB962C8B-B14F-4D97-AF65-F5344CB8AC3E}">
        <p14:creationId xmlns:p14="http://schemas.microsoft.com/office/powerpoint/2010/main" val="355251801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24</a:t>
            </a:fld>
            <a:endParaRPr lang="en-US" sz="600" dirty="0"/>
          </a:p>
        </p:txBody>
      </p:sp>
      <p:sp>
        <p:nvSpPr>
          <p:cNvPr id="6" name="TextBox 5">
            <a:extLst>
              <a:ext uri="{FF2B5EF4-FFF2-40B4-BE49-F238E27FC236}">
                <a16:creationId xmlns:a16="http://schemas.microsoft.com/office/drawing/2014/main" id="{E36F0B18-7E38-0450-37A8-786D628473CD}"/>
              </a:ext>
            </a:extLst>
          </p:cNvPr>
          <p:cNvSpPr txBox="1"/>
          <p:nvPr/>
        </p:nvSpPr>
        <p:spPr>
          <a:xfrm>
            <a:off x="178664" y="5903037"/>
            <a:ext cx="4442874" cy="841256"/>
          </a:xfrm>
          <a:prstGeom prst="rect">
            <a:avLst/>
          </a:prstGeom>
          <a:noFill/>
        </p:spPr>
        <p:txBody>
          <a:bodyPr wrap="square">
            <a:spAutoFit/>
          </a:bodyPr>
          <a:lstStyle/>
          <a:p>
            <a:pPr marL="285750" indent="-182880">
              <a:lnSpc>
                <a:spcPts val="1560"/>
              </a:lnSpc>
              <a:spcAft>
                <a:spcPts val="600"/>
              </a:spcAft>
              <a:buClr>
                <a:schemeClr val="tx1"/>
              </a:buClr>
              <a:buFont typeface="Wingdings" pitchFamily="2" charset="2"/>
              <a:buChar char=""/>
            </a:pPr>
            <a:r>
              <a:rPr lang="en-TT" sz="1400" dirty="0">
                <a:effectLst>
                  <a:outerShdw blurRad="38100" dist="38100" dir="2700000" algn="tl">
                    <a:srgbClr val="000000">
                      <a:alpha val="43137"/>
                    </a:srgbClr>
                  </a:outerShdw>
                </a:effectLst>
                <a:latin typeface="Calibri" panose="020F0502020204030204" pitchFamily="34" charset="0"/>
              </a:rPr>
              <a:t>Water</a:t>
            </a:r>
            <a:r>
              <a:rPr lang="en-TT" sz="1400" dirty="0">
                <a:latin typeface="Calibri" panose="020F0502020204030204" pitchFamily="34" charset="0"/>
              </a:rPr>
              <a:t> –  </a:t>
            </a:r>
            <a:r>
              <a:rPr lang="en-US" sz="1300" b="1" dirty="0"/>
              <a:t>MTD- 11.5</a:t>
            </a:r>
            <a:r>
              <a:rPr lang="en-US" sz="1300" dirty="0"/>
              <a:t>% (1.3 above target)</a:t>
            </a:r>
          </a:p>
          <a:p>
            <a:pPr marL="285750" indent="-182880">
              <a:lnSpc>
                <a:spcPts val="1560"/>
              </a:lnSpc>
              <a:spcAft>
                <a:spcPts val="600"/>
              </a:spcAft>
              <a:buClr>
                <a:schemeClr val="tx1"/>
              </a:buClr>
              <a:buFont typeface="Wingdings" pitchFamily="2" charset="2"/>
              <a:buChar char=""/>
            </a:pPr>
            <a:r>
              <a:rPr lang="en-TT" sz="1400" dirty="0">
                <a:effectLst>
                  <a:outerShdw blurRad="38100" dist="38100" dir="2700000" algn="tl">
                    <a:srgbClr val="000000">
                      <a:alpha val="43137"/>
                    </a:srgbClr>
                  </a:outerShdw>
                </a:effectLst>
                <a:latin typeface="Calibri" panose="020F0502020204030204" pitchFamily="34" charset="0"/>
              </a:rPr>
              <a:t>Fuel </a:t>
            </a:r>
            <a:r>
              <a:rPr lang="en-TT" sz="1400" dirty="0">
                <a:latin typeface="Calibri" panose="020F0502020204030204" pitchFamily="34" charset="0"/>
              </a:rPr>
              <a:t>–     </a:t>
            </a:r>
            <a:r>
              <a:rPr lang="en-US" sz="1400" b="1" dirty="0"/>
              <a:t>MTD- 8.9</a:t>
            </a:r>
            <a:r>
              <a:rPr lang="en-US" sz="1400" dirty="0"/>
              <a:t>% (1.7 above target)</a:t>
            </a:r>
            <a:endParaRPr lang="en-TT" sz="1600" dirty="0">
              <a:latin typeface="Calibri" panose="020F0502020204030204" pitchFamily="34" charset="0"/>
            </a:endParaRPr>
          </a:p>
          <a:p>
            <a:endParaRPr lang="en-TT" sz="1200" dirty="0">
              <a:latin typeface="Calibri" panose="020F0502020204030204" pitchFamily="34" charset="0"/>
            </a:endParaRPr>
          </a:p>
        </p:txBody>
      </p:sp>
      <p:sp>
        <p:nvSpPr>
          <p:cNvPr id="9" name="TextBox 8">
            <a:extLst>
              <a:ext uri="{FF2B5EF4-FFF2-40B4-BE49-F238E27FC236}">
                <a16:creationId xmlns:a16="http://schemas.microsoft.com/office/drawing/2014/main" id="{6006724E-2BEA-D2B6-7461-740ED8D93081}"/>
              </a:ext>
            </a:extLst>
          </p:cNvPr>
          <p:cNvSpPr txBox="1"/>
          <p:nvPr/>
        </p:nvSpPr>
        <p:spPr>
          <a:xfrm>
            <a:off x="4281028" y="5893984"/>
            <a:ext cx="4144739" cy="872034"/>
          </a:xfrm>
          <a:prstGeom prst="rect">
            <a:avLst/>
          </a:prstGeom>
          <a:noFill/>
        </p:spPr>
        <p:txBody>
          <a:bodyPr wrap="square">
            <a:spAutoFit/>
          </a:bodyPr>
          <a:lstStyle/>
          <a:p>
            <a:pPr marL="285750" indent="-182880">
              <a:lnSpc>
                <a:spcPts val="1560"/>
              </a:lnSpc>
              <a:spcAft>
                <a:spcPts val="600"/>
              </a:spcAft>
              <a:buClr>
                <a:schemeClr val="tx1"/>
              </a:buClr>
              <a:buFont typeface="Wingdings" pitchFamily="2" charset="2"/>
              <a:buChar char=""/>
            </a:pPr>
            <a:r>
              <a:rPr lang="en-TT" sz="1400" dirty="0">
                <a:effectLst>
                  <a:outerShdw blurRad="38100" dist="38100" dir="2700000" algn="tl">
                    <a:srgbClr val="000000">
                      <a:alpha val="43137"/>
                    </a:srgbClr>
                  </a:outerShdw>
                </a:effectLst>
                <a:latin typeface="Calibri" panose="020F0502020204030204" pitchFamily="34" charset="0"/>
              </a:rPr>
              <a:t>CO2 Consumption -  </a:t>
            </a:r>
            <a:r>
              <a:rPr lang="en-US" sz="1300" b="1" dirty="0"/>
              <a:t>MTD- 5.8</a:t>
            </a:r>
            <a:r>
              <a:rPr lang="en-US" sz="1300" dirty="0"/>
              <a:t>% (0.8 above target)</a:t>
            </a:r>
            <a:r>
              <a:rPr lang="en-US" sz="1300" b="1" dirty="0"/>
              <a:t>                                    </a:t>
            </a:r>
            <a:endParaRPr lang="en-TT" sz="1400" dirty="0">
              <a:latin typeface="Calibri" panose="020F0502020204030204" pitchFamily="34" charset="0"/>
            </a:endParaRPr>
          </a:p>
          <a:p>
            <a:pPr marL="285750" indent="-182880">
              <a:lnSpc>
                <a:spcPts val="1560"/>
              </a:lnSpc>
              <a:spcAft>
                <a:spcPts val="600"/>
              </a:spcAft>
              <a:buClr>
                <a:schemeClr val="tx1"/>
              </a:buClr>
              <a:buFont typeface="Wingdings" pitchFamily="2" charset="2"/>
              <a:buChar char=""/>
            </a:pPr>
            <a:r>
              <a:rPr lang="en-TT" sz="1400" dirty="0">
                <a:effectLst>
                  <a:outerShdw blurRad="38100" dist="38100" dir="2700000" algn="tl">
                    <a:srgbClr val="000000">
                      <a:alpha val="43137"/>
                    </a:srgbClr>
                  </a:outerShdw>
                </a:effectLst>
                <a:latin typeface="Calibri" panose="020F0502020204030204" pitchFamily="34" charset="0"/>
              </a:rPr>
              <a:t>Electricity </a:t>
            </a:r>
            <a:r>
              <a:rPr lang="en-TT" sz="1400" dirty="0">
                <a:latin typeface="Calibri" panose="020F0502020204030204" pitchFamily="34" charset="0"/>
              </a:rPr>
              <a:t>–                 </a:t>
            </a:r>
            <a:r>
              <a:rPr lang="en-US" sz="1300" b="1" dirty="0"/>
              <a:t>MTD- 29.3</a:t>
            </a:r>
            <a:r>
              <a:rPr lang="en-US" sz="1300" dirty="0"/>
              <a:t>% (7.3 above target)</a:t>
            </a:r>
          </a:p>
          <a:p>
            <a:endParaRPr lang="en-TT" sz="1400" dirty="0">
              <a:latin typeface="Calibri" panose="020F0502020204030204" pitchFamily="34" charset="0"/>
            </a:endParaRPr>
          </a:p>
        </p:txBody>
      </p:sp>
      <p:sp>
        <p:nvSpPr>
          <p:cNvPr id="2" name="Title 3">
            <a:extLst>
              <a:ext uri="{FF2B5EF4-FFF2-40B4-BE49-F238E27FC236}">
                <a16:creationId xmlns:a16="http://schemas.microsoft.com/office/drawing/2014/main" id="{1705E30B-844A-5ABA-6EDF-DF96ACDE5254}"/>
              </a:ext>
            </a:extLst>
          </p:cNvPr>
          <p:cNvSpPr txBox="1">
            <a:spLocks/>
          </p:cNvSpPr>
          <p:nvPr/>
        </p:nvSpPr>
        <p:spPr>
          <a:xfrm>
            <a:off x="178664" y="239708"/>
            <a:ext cx="8390859" cy="316923"/>
          </a:xfrm>
          <a:prstGeom prst="rect">
            <a:avLst/>
          </a:prstGeom>
        </p:spPr>
        <p:txBody>
          <a:bodyPr anchor="b">
            <a:normAutofit fontScale="97500"/>
          </a:bodyPr>
          <a:lstStyle>
            <a:lvl1pPr marL="0" marR="0" indent="0" algn="l" defTabSz="278607" rtl="0" latinLnBrk="0">
              <a:lnSpc>
                <a:spcPct val="100000"/>
              </a:lnSpc>
              <a:spcBef>
                <a:spcPts val="0"/>
              </a:spcBef>
              <a:spcAft>
                <a:spcPts val="0"/>
              </a:spcAft>
              <a:buClrTx/>
              <a:buSzTx/>
              <a:buFontTx/>
              <a:buNone/>
              <a:tabLst/>
              <a:defRPr sz="1800" b="1" i="0" u="none" strike="noStrike" cap="none" spc="0" baseline="0">
                <a:solidFill>
                  <a:srgbClr val="000000"/>
                </a:solidFill>
                <a:uFillTx/>
                <a:latin typeface="+mj-lt"/>
                <a:ea typeface="Open Sans Bold"/>
                <a:cs typeface="Open Sans Bold"/>
                <a:sym typeface="Open Sans Bold"/>
              </a:defRPr>
            </a:lvl1pPr>
            <a:lvl2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2pPr>
            <a:lvl3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3pPr>
            <a:lvl4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4pPr>
            <a:lvl5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5pPr>
            <a:lvl6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6pPr>
            <a:lvl7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7pPr>
            <a:lvl8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8pPr>
            <a:lvl9pPr marL="0" marR="0" indent="0" algn="l" defTabSz="278607" rtl="0" latinLnBrk="0">
              <a:lnSpc>
                <a:spcPct val="100000"/>
              </a:lnSpc>
              <a:spcBef>
                <a:spcPts val="0"/>
              </a:spcBef>
              <a:spcAft>
                <a:spcPts val="0"/>
              </a:spcAft>
              <a:buClrTx/>
              <a:buSzTx/>
              <a:buFontTx/>
              <a:buNone/>
              <a:tabLst/>
              <a:defRPr sz="2700" b="0" i="0" u="none" strike="noStrike" cap="none" spc="0" baseline="0">
                <a:solidFill>
                  <a:srgbClr val="FFFFFF"/>
                </a:solidFill>
                <a:uFillTx/>
                <a:latin typeface="Open Sans Light"/>
                <a:ea typeface="Open Sans Light"/>
                <a:cs typeface="Open Sans Light"/>
                <a:sym typeface="Open Sans Light"/>
              </a:defRPr>
            </a:lvl9pPr>
          </a:lstStyle>
          <a:p>
            <a:pPr>
              <a:lnSpc>
                <a:spcPct val="90000"/>
              </a:lnSpc>
              <a:spcBef>
                <a:spcPts val="1000"/>
              </a:spcBef>
            </a:pPr>
            <a:r>
              <a:rPr lang="en-TT" sz="1600" cap="all" dirty="0">
                <a:solidFill>
                  <a:schemeClr val="tx1"/>
                </a:solidFill>
                <a:latin typeface="Trebuchet MS" panose="020B0703020202090204" pitchFamily="34" charset="0"/>
                <a:ea typeface="+mn-ea"/>
                <a:cs typeface="+mn-cs"/>
              </a:rPr>
              <a:t>Supply chain – utilities monthly breakdown</a:t>
            </a:r>
          </a:p>
        </p:txBody>
      </p:sp>
      <p:pic>
        <p:nvPicPr>
          <p:cNvPr id="5" name="Picture 4">
            <a:extLst>
              <a:ext uri="{FF2B5EF4-FFF2-40B4-BE49-F238E27FC236}">
                <a16:creationId xmlns:a16="http://schemas.microsoft.com/office/drawing/2014/main" id="{764C15E8-3847-520D-FF8F-7F7114330582}"/>
              </a:ext>
            </a:extLst>
          </p:cNvPr>
          <p:cNvPicPr>
            <a:picLocks noChangeAspect="1"/>
          </p:cNvPicPr>
          <p:nvPr/>
        </p:nvPicPr>
        <p:blipFill>
          <a:blip r:embed="rId2"/>
          <a:stretch>
            <a:fillRect/>
          </a:stretch>
        </p:blipFill>
        <p:spPr>
          <a:xfrm>
            <a:off x="634384" y="1034538"/>
            <a:ext cx="7875232" cy="4788923"/>
          </a:xfrm>
          <a:prstGeom prst="rect">
            <a:avLst/>
          </a:prstGeom>
        </p:spPr>
      </p:pic>
    </p:spTree>
    <p:extLst>
      <p:ext uri="{BB962C8B-B14F-4D97-AF65-F5344CB8AC3E}">
        <p14:creationId xmlns:p14="http://schemas.microsoft.com/office/powerpoint/2010/main" val="3868363060"/>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25</a:t>
            </a:fld>
            <a:endParaRPr lang="en-US" sz="600" dirty="0"/>
          </a:p>
        </p:txBody>
      </p:sp>
      <p:sp>
        <p:nvSpPr>
          <p:cNvPr id="11" name="Rectangle 10">
            <a:extLst>
              <a:ext uri="{FF2B5EF4-FFF2-40B4-BE49-F238E27FC236}">
                <a16:creationId xmlns:a16="http://schemas.microsoft.com/office/drawing/2014/main" id="{79EE658A-EE82-49F5-BA84-485C545EBB7E}"/>
              </a:ext>
            </a:extLst>
          </p:cNvPr>
          <p:cNvSpPr/>
          <p:nvPr/>
        </p:nvSpPr>
        <p:spPr>
          <a:xfrm>
            <a:off x="7456479" y="991461"/>
            <a:ext cx="2653976" cy="906402"/>
          </a:xfrm>
          <a:prstGeom prst="rect">
            <a:avLst/>
          </a:prstGeom>
        </p:spPr>
        <p:txBody>
          <a:bodyPr wrap="square">
            <a:spAutoFit/>
          </a:bodyPr>
          <a:lstStyle/>
          <a:p>
            <a:pPr marL="285750" indent="-182880" defTabSz="914400">
              <a:lnSpc>
                <a:spcPct val="150000"/>
              </a:lnSpc>
              <a:spcAft>
                <a:spcPts val="600"/>
              </a:spcAft>
              <a:buClr>
                <a:schemeClr val="tx1"/>
              </a:buClr>
              <a:buFont typeface="Wingdings" pitchFamily="2" charset="2"/>
              <a:buChar char=""/>
            </a:pPr>
            <a:endParaRPr lang="en-US" sz="1300" dirty="0"/>
          </a:p>
          <a:p>
            <a:pPr marL="102870" defTabSz="914400">
              <a:lnSpc>
                <a:spcPct val="90000"/>
              </a:lnSpc>
              <a:spcAft>
                <a:spcPts val="600"/>
              </a:spcAft>
              <a:buClr>
                <a:schemeClr val="tx1"/>
              </a:buClr>
            </a:pPr>
            <a:endParaRPr lang="en-US" sz="1300" dirty="0"/>
          </a:p>
          <a:p>
            <a:pPr indent="-182880" defTabSz="914400">
              <a:lnSpc>
                <a:spcPct val="90000"/>
              </a:lnSpc>
              <a:spcAft>
                <a:spcPts val="600"/>
              </a:spcAft>
              <a:buClr>
                <a:schemeClr val="tx1"/>
              </a:buClr>
              <a:buFont typeface="Wingdings" pitchFamily="2" charset="2"/>
              <a:buChar char=""/>
            </a:pPr>
            <a:endParaRPr lang="en-US" sz="1300" dirty="0"/>
          </a:p>
        </p:txBody>
      </p:sp>
      <p:sp>
        <p:nvSpPr>
          <p:cNvPr id="9" name="Title 3">
            <a:extLst>
              <a:ext uri="{FF2B5EF4-FFF2-40B4-BE49-F238E27FC236}">
                <a16:creationId xmlns:a16="http://schemas.microsoft.com/office/drawing/2014/main" id="{F26F7F7D-6333-4E2A-AB54-7C77513963C8}"/>
              </a:ext>
            </a:extLst>
          </p:cNvPr>
          <p:cNvSpPr>
            <a:spLocks noGrp="1"/>
          </p:cNvSpPr>
          <p:nvPr>
            <p:ph type="title"/>
          </p:nvPr>
        </p:nvSpPr>
        <p:spPr>
          <a:xfrm>
            <a:off x="280317" y="115507"/>
            <a:ext cx="5482809" cy="522167"/>
          </a:xfrm>
        </p:spPr>
        <p:txBody>
          <a:bodyPr>
            <a:normAutofit/>
          </a:bodyPr>
          <a:lstStyle/>
          <a:p>
            <a:r>
              <a:rPr lang="en-TT" sz="1600" dirty="0">
                <a:effectLst>
                  <a:outerShdw blurRad="38100" dist="38100" dir="2700000" algn="tl">
                    <a:srgbClr val="000000">
                      <a:alpha val="43137"/>
                    </a:srgbClr>
                  </a:outerShdw>
                </a:effectLst>
                <a:latin typeface="Trebuchet MS" panose="020B0603020202020204" pitchFamily="34" charset="0"/>
              </a:rPr>
              <a:t>QUALITY-</a:t>
            </a:r>
            <a:r>
              <a:rPr lang="en-TT" dirty="0">
                <a:effectLst>
                  <a:outerShdw blurRad="38100" dist="38100" dir="2700000" algn="tl">
                    <a:srgbClr val="000000">
                      <a:alpha val="43137"/>
                    </a:srgbClr>
                  </a:outerShdw>
                </a:effectLst>
                <a:latin typeface="Trebuchet MS" panose="020B0603020202020204" pitchFamily="34" charset="0"/>
              </a:rPr>
              <a:t> </a:t>
            </a:r>
            <a:r>
              <a:rPr lang="en-TT" sz="1600" dirty="0">
                <a:effectLst>
                  <a:outerShdw blurRad="38100" dist="38100" dir="2700000" algn="tl">
                    <a:srgbClr val="000000">
                      <a:alpha val="43137"/>
                    </a:srgbClr>
                  </a:outerShdw>
                </a:effectLst>
                <a:latin typeface="Trebuchet MS" panose="020B0603020202020204" pitchFamily="34" charset="0"/>
              </a:rPr>
              <a:t>FTR</a:t>
            </a:r>
            <a:r>
              <a:rPr lang="en-TT" dirty="0">
                <a:effectLst>
                  <a:outerShdw blurRad="38100" dist="38100" dir="2700000" algn="tl">
                    <a:srgbClr val="000000">
                      <a:alpha val="43137"/>
                    </a:srgbClr>
                  </a:outerShdw>
                </a:effectLst>
                <a:latin typeface="Trebuchet MS" panose="020B0603020202020204" pitchFamily="34" charset="0"/>
              </a:rPr>
              <a:t> </a:t>
            </a:r>
          </a:p>
        </p:txBody>
      </p:sp>
      <p:sp>
        <p:nvSpPr>
          <p:cNvPr id="12" name="TextBox 11">
            <a:extLst>
              <a:ext uri="{FF2B5EF4-FFF2-40B4-BE49-F238E27FC236}">
                <a16:creationId xmlns:a16="http://schemas.microsoft.com/office/drawing/2014/main" id="{12B2EBD9-AC44-4739-851E-5CC544B69444}"/>
              </a:ext>
            </a:extLst>
          </p:cNvPr>
          <p:cNvSpPr txBox="1"/>
          <p:nvPr/>
        </p:nvSpPr>
        <p:spPr>
          <a:xfrm>
            <a:off x="212707" y="3650180"/>
            <a:ext cx="8753919" cy="2862322"/>
          </a:xfrm>
          <a:prstGeom prst="rect">
            <a:avLst/>
          </a:prstGeom>
          <a:noFill/>
        </p:spPr>
        <p:txBody>
          <a:bodyPr wrap="square" lIns="91440" tIns="45720" rIns="91440" bIns="45720" anchor="t">
            <a:spAutoFit/>
          </a:bodyPr>
          <a:lstStyle/>
          <a:p>
            <a:pPr fontAlgn="base"/>
            <a:r>
              <a:rPr lang="en-TT" b="1" dirty="0"/>
              <a:t>AUGUST FTR was </a:t>
            </a:r>
            <a:r>
              <a:rPr lang="en-TT" b="1" dirty="0">
                <a:solidFill>
                  <a:srgbClr val="FF0000"/>
                </a:solidFill>
              </a:rPr>
              <a:t>77.3%</a:t>
            </a:r>
            <a:r>
              <a:rPr lang="en-TT" b="1" dirty="0"/>
              <a:t> versus an 82% target. YTD 2026: </a:t>
            </a:r>
            <a:r>
              <a:rPr lang="en-TT" b="1" dirty="0">
                <a:solidFill>
                  <a:srgbClr val="FF0000"/>
                </a:solidFill>
              </a:rPr>
              <a:t>70.8%</a:t>
            </a:r>
            <a:r>
              <a:rPr lang="en-TT" b="1" dirty="0"/>
              <a:t>.</a:t>
            </a:r>
            <a:r>
              <a:rPr lang="en-US" dirty="0"/>
              <a:t>​</a:t>
            </a:r>
          </a:p>
          <a:p>
            <a:pPr fontAlgn="base"/>
            <a:r>
              <a:rPr lang="en-TT" dirty="0"/>
              <a:t>​</a:t>
            </a:r>
          </a:p>
          <a:p>
            <a:pPr fontAlgn="base"/>
            <a:r>
              <a:rPr lang="en-TT" dirty="0"/>
              <a:t>Key factors: </a:t>
            </a:r>
            <a:r>
              <a:rPr lang="en-US" dirty="0"/>
              <a:t>​</a:t>
            </a:r>
          </a:p>
          <a:p>
            <a:pPr fontAlgn="base"/>
            <a:r>
              <a:rPr lang="en-TT" dirty="0"/>
              <a:t>Brewing </a:t>
            </a:r>
            <a:r>
              <a:rPr lang="en-TT" dirty="0">
                <a:solidFill>
                  <a:srgbClr val="FF0000"/>
                </a:solidFill>
              </a:rPr>
              <a:t>60% </a:t>
            </a:r>
            <a:r>
              <a:rPr lang="en-TT" dirty="0"/>
              <a:t>(Brewing Time </a:t>
            </a:r>
            <a:r>
              <a:rPr lang="en-TT" dirty="0">
                <a:solidFill>
                  <a:srgbClr val="FF0000"/>
                </a:solidFill>
              </a:rPr>
              <a:t>66%</a:t>
            </a:r>
            <a:r>
              <a:rPr lang="en-TT" dirty="0"/>
              <a:t>, Cast Gravity 92%,Aeration Level 100%)</a:t>
            </a:r>
            <a:r>
              <a:rPr lang="en-US" dirty="0"/>
              <a:t>​</a:t>
            </a:r>
          </a:p>
          <a:p>
            <a:pPr fontAlgn="base"/>
            <a:r>
              <a:rPr lang="en-TT" dirty="0"/>
              <a:t>Fermentation –</a:t>
            </a:r>
            <a:r>
              <a:rPr lang="en-TT" dirty="0">
                <a:solidFill>
                  <a:srgbClr val="FF0000"/>
                </a:solidFill>
              </a:rPr>
              <a:t>48% </a:t>
            </a:r>
            <a:r>
              <a:rPr lang="en-TT" dirty="0"/>
              <a:t>(Fermentation Speed </a:t>
            </a:r>
            <a:r>
              <a:rPr lang="en-TT" dirty="0">
                <a:solidFill>
                  <a:srgbClr val="FF0000"/>
                </a:solidFill>
              </a:rPr>
              <a:t>77%</a:t>
            </a:r>
            <a:r>
              <a:rPr lang="en-TT" dirty="0"/>
              <a:t>, FVSV Fill duration </a:t>
            </a:r>
            <a:r>
              <a:rPr lang="en-TT" dirty="0">
                <a:solidFill>
                  <a:srgbClr val="FF0000"/>
                </a:solidFill>
              </a:rPr>
              <a:t>89%</a:t>
            </a:r>
            <a:r>
              <a:rPr lang="en-TT" dirty="0"/>
              <a:t>, Yeast Dosage 100%, Yeast Storage </a:t>
            </a:r>
            <a:r>
              <a:rPr lang="en-TT" dirty="0">
                <a:solidFill>
                  <a:srgbClr val="FF0000"/>
                </a:solidFill>
              </a:rPr>
              <a:t>70%</a:t>
            </a:r>
            <a:r>
              <a:rPr lang="en-TT" dirty="0"/>
              <a:t>, Pitch Yeast 100%)</a:t>
            </a:r>
            <a:r>
              <a:rPr lang="en-US" dirty="0"/>
              <a:t>​</a:t>
            </a:r>
          </a:p>
          <a:p>
            <a:pPr fontAlgn="base"/>
            <a:r>
              <a:rPr lang="en-TT" dirty="0"/>
              <a:t>Micro –</a:t>
            </a:r>
            <a:r>
              <a:rPr lang="en-TT" dirty="0">
                <a:solidFill>
                  <a:srgbClr val="000000"/>
                </a:solidFill>
              </a:rPr>
              <a:t>82% (Micro Pack-Micro Tunnel 100%, Micro Beer-Micro Ferment 82%)</a:t>
            </a:r>
            <a:r>
              <a:rPr lang="en-US" dirty="0"/>
              <a:t>​</a:t>
            </a:r>
          </a:p>
          <a:p>
            <a:pPr fontAlgn="base"/>
            <a:r>
              <a:rPr lang="en-TT" dirty="0"/>
              <a:t>Finish Product –98% (Colour 98%, PG </a:t>
            </a:r>
            <a:r>
              <a:rPr lang="en-TT" dirty="0">
                <a:solidFill>
                  <a:srgbClr val="000000"/>
                </a:solidFill>
              </a:rPr>
              <a:t>100%</a:t>
            </a:r>
            <a:r>
              <a:rPr lang="en-TT" dirty="0"/>
              <a:t>, ISO-H 100%, TIPO 100%)</a:t>
            </a:r>
            <a:r>
              <a:rPr lang="en-US" dirty="0"/>
              <a:t>​</a:t>
            </a:r>
          </a:p>
          <a:p>
            <a:pPr fontAlgn="base"/>
            <a:r>
              <a:rPr lang="en-TT" dirty="0"/>
              <a:t>Packaging –</a:t>
            </a:r>
            <a:r>
              <a:rPr lang="en-TT" dirty="0">
                <a:solidFill>
                  <a:srgbClr val="FF0000"/>
                </a:solidFill>
              </a:rPr>
              <a:t>80%</a:t>
            </a:r>
            <a:r>
              <a:rPr lang="en-TT" dirty="0"/>
              <a:t> (PU </a:t>
            </a:r>
            <a:r>
              <a:rPr lang="en-TT" dirty="0">
                <a:solidFill>
                  <a:srgbClr val="FF0000"/>
                </a:solidFill>
              </a:rPr>
              <a:t>85%</a:t>
            </a:r>
            <a:r>
              <a:rPr lang="en-TT" dirty="0"/>
              <a:t>, Fill Volume 100%, Packaging Index 80%)</a:t>
            </a:r>
            <a:r>
              <a:rPr lang="en-US" dirty="0"/>
              <a:t>​</a:t>
            </a:r>
          </a:p>
          <a:p>
            <a:pPr fontAlgn="base"/>
            <a:r>
              <a:rPr lang="en-TT" dirty="0"/>
              <a:t>BBT- </a:t>
            </a:r>
            <a:r>
              <a:rPr lang="en-TT" dirty="0">
                <a:solidFill>
                  <a:srgbClr val="000000"/>
                </a:solidFill>
              </a:rPr>
              <a:t>96%</a:t>
            </a:r>
            <a:r>
              <a:rPr lang="en-TT" dirty="0"/>
              <a:t> (Colour 99%, </a:t>
            </a:r>
            <a:r>
              <a:rPr lang="en-TT" dirty="0">
                <a:solidFill>
                  <a:srgbClr val="000000"/>
                </a:solidFill>
              </a:rPr>
              <a:t>PG 99%, </a:t>
            </a:r>
            <a:r>
              <a:rPr lang="en-TT" dirty="0"/>
              <a:t>CO2 99%, DO 100%, Haze 100%)</a:t>
            </a:r>
            <a:endParaRPr lang="en-US" dirty="0"/>
          </a:p>
        </p:txBody>
      </p:sp>
      <p:pic>
        <p:nvPicPr>
          <p:cNvPr id="6" name="Picture 5">
            <a:extLst>
              <a:ext uri="{FF2B5EF4-FFF2-40B4-BE49-F238E27FC236}">
                <a16:creationId xmlns:a16="http://schemas.microsoft.com/office/drawing/2014/main" id="{1912C2F1-97F5-A5C4-EBA3-B42C79DE4817}"/>
              </a:ext>
            </a:extLst>
          </p:cNvPr>
          <p:cNvPicPr>
            <a:picLocks noChangeAspect="1"/>
          </p:cNvPicPr>
          <p:nvPr/>
        </p:nvPicPr>
        <p:blipFill>
          <a:blip r:embed="rId3"/>
          <a:srcRect l="792"/>
          <a:stretch>
            <a:fillRect/>
          </a:stretch>
        </p:blipFill>
        <p:spPr>
          <a:xfrm>
            <a:off x="0" y="1087089"/>
            <a:ext cx="9144000" cy="2583555"/>
          </a:xfrm>
          <a:prstGeom prst="rect">
            <a:avLst/>
          </a:prstGeom>
        </p:spPr>
      </p:pic>
    </p:spTree>
    <p:extLst>
      <p:ext uri="{BB962C8B-B14F-4D97-AF65-F5344CB8AC3E}">
        <p14:creationId xmlns:p14="http://schemas.microsoft.com/office/powerpoint/2010/main" val="273952485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7D40A-81EE-FF73-E9CB-4E3AD7F64CA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ADED729-135D-0BA1-A802-413B2C4F1DCC}"/>
              </a:ext>
            </a:extLst>
          </p:cNvPr>
          <p:cNvSpPr>
            <a:spLocks noGrp="1"/>
          </p:cNvSpPr>
          <p:nvPr>
            <p:ph type="sldNum" sz="quarter" idx="4"/>
          </p:nvPr>
        </p:nvSpPr>
        <p:spPr/>
        <p:txBody>
          <a:bodyPr/>
          <a:lstStyle/>
          <a:p>
            <a:fld id="{5E89B1FD-11B0-0F4B-A0BD-A76170B314AE}" type="slidenum">
              <a:rPr lang="en-US" smtClean="0"/>
              <a:pPr/>
              <a:t>26</a:t>
            </a:fld>
            <a:endParaRPr lang="en-US" sz="600" dirty="0"/>
          </a:p>
        </p:txBody>
      </p:sp>
      <p:sp>
        <p:nvSpPr>
          <p:cNvPr id="11" name="Rectangle 10">
            <a:extLst>
              <a:ext uri="{FF2B5EF4-FFF2-40B4-BE49-F238E27FC236}">
                <a16:creationId xmlns:a16="http://schemas.microsoft.com/office/drawing/2014/main" id="{31CB60E0-2527-6D44-8E46-57F8B371CF10}"/>
              </a:ext>
            </a:extLst>
          </p:cNvPr>
          <p:cNvSpPr/>
          <p:nvPr/>
        </p:nvSpPr>
        <p:spPr>
          <a:xfrm>
            <a:off x="7456479" y="991461"/>
            <a:ext cx="2653976" cy="906402"/>
          </a:xfrm>
          <a:prstGeom prst="rect">
            <a:avLst/>
          </a:prstGeom>
        </p:spPr>
        <p:txBody>
          <a:bodyPr wrap="square">
            <a:spAutoFit/>
          </a:bodyPr>
          <a:lstStyle/>
          <a:p>
            <a:pPr marL="285750" indent="-182880" defTabSz="914400">
              <a:lnSpc>
                <a:spcPct val="150000"/>
              </a:lnSpc>
              <a:spcAft>
                <a:spcPts val="600"/>
              </a:spcAft>
              <a:buClr>
                <a:schemeClr val="tx1"/>
              </a:buClr>
              <a:buFont typeface="Wingdings" pitchFamily="2" charset="2"/>
              <a:buChar char=""/>
            </a:pPr>
            <a:endParaRPr lang="en-US" sz="1300" dirty="0"/>
          </a:p>
          <a:p>
            <a:pPr marL="102870" defTabSz="914400">
              <a:lnSpc>
                <a:spcPct val="90000"/>
              </a:lnSpc>
              <a:spcAft>
                <a:spcPts val="600"/>
              </a:spcAft>
              <a:buClr>
                <a:schemeClr val="tx1"/>
              </a:buClr>
            </a:pPr>
            <a:endParaRPr lang="en-US" sz="1300" dirty="0"/>
          </a:p>
          <a:p>
            <a:pPr indent="-182880" defTabSz="914400">
              <a:lnSpc>
                <a:spcPct val="90000"/>
              </a:lnSpc>
              <a:spcAft>
                <a:spcPts val="600"/>
              </a:spcAft>
              <a:buClr>
                <a:schemeClr val="tx1"/>
              </a:buClr>
              <a:buFont typeface="Wingdings" pitchFamily="2" charset="2"/>
              <a:buChar char=""/>
            </a:pPr>
            <a:endParaRPr lang="en-US" sz="1300" dirty="0"/>
          </a:p>
        </p:txBody>
      </p:sp>
      <p:sp>
        <p:nvSpPr>
          <p:cNvPr id="10" name="Title 3">
            <a:extLst>
              <a:ext uri="{FF2B5EF4-FFF2-40B4-BE49-F238E27FC236}">
                <a16:creationId xmlns:a16="http://schemas.microsoft.com/office/drawing/2014/main" id="{CD1B74ED-F29E-4EA3-1196-7ADF7852E500}"/>
              </a:ext>
            </a:extLst>
          </p:cNvPr>
          <p:cNvSpPr>
            <a:spLocks noGrp="1"/>
          </p:cNvSpPr>
          <p:nvPr>
            <p:ph type="title"/>
          </p:nvPr>
        </p:nvSpPr>
        <p:spPr>
          <a:xfrm>
            <a:off x="276304" y="437006"/>
            <a:ext cx="8390859" cy="348245"/>
          </a:xfrm>
        </p:spPr>
        <p:txBody>
          <a:bodyPr>
            <a:noAutofit/>
          </a:bodyPr>
          <a:lstStyle/>
          <a:p>
            <a:r>
              <a:rPr lang="en-TT" sz="1600" dirty="0">
                <a:effectLst>
                  <a:outerShdw blurRad="38100" dist="38100" dir="2700000" algn="tl">
                    <a:srgbClr val="000000">
                      <a:alpha val="43137"/>
                    </a:srgbClr>
                  </a:outerShdw>
                </a:effectLst>
                <a:latin typeface="Trebuchet MS" panose="020B0603020202020204" pitchFamily="34" charset="0"/>
              </a:rPr>
              <a:t>QUALITY – LOCAL CONSUMER COMPLAINTS </a:t>
            </a:r>
            <a:br>
              <a:rPr lang="en-TT" sz="1600" dirty="0">
                <a:effectLst>
                  <a:outerShdw blurRad="38100" dist="38100" dir="2700000" algn="tl">
                    <a:srgbClr val="000000">
                      <a:alpha val="43137"/>
                    </a:srgbClr>
                  </a:outerShdw>
                </a:effectLst>
                <a:latin typeface="Trebuchet MS" panose="020B0603020202020204" pitchFamily="34" charset="0"/>
              </a:rPr>
            </a:br>
            <a:endParaRPr lang="en-TT" sz="1600" dirty="0">
              <a:effectLst>
                <a:outerShdw blurRad="38100" dist="38100" dir="2700000" algn="tl">
                  <a:srgbClr val="000000">
                    <a:alpha val="43137"/>
                  </a:srgbClr>
                </a:outerShdw>
              </a:effectLst>
              <a:latin typeface="Trebuchet MS" panose="020B0603020202020204" pitchFamily="34" charset="0"/>
            </a:endParaRPr>
          </a:p>
        </p:txBody>
      </p:sp>
      <p:sp>
        <p:nvSpPr>
          <p:cNvPr id="3" name="Rectangle 2">
            <a:extLst>
              <a:ext uri="{FF2B5EF4-FFF2-40B4-BE49-F238E27FC236}">
                <a16:creationId xmlns:a16="http://schemas.microsoft.com/office/drawing/2014/main" id="{CAB5D338-D08C-BCB4-E100-D4DEF7DC5745}"/>
              </a:ext>
            </a:extLst>
          </p:cNvPr>
          <p:cNvSpPr/>
          <p:nvPr/>
        </p:nvSpPr>
        <p:spPr>
          <a:xfrm>
            <a:off x="762307" y="5571150"/>
            <a:ext cx="5779939" cy="764825"/>
          </a:xfrm>
          <a:prstGeom prst="rect">
            <a:avLst/>
          </a:prstGeom>
        </p:spPr>
        <p:txBody>
          <a:bodyPr wrap="square">
            <a:spAutoFit/>
          </a:bodyPr>
          <a:lstStyle/>
          <a:p>
            <a:pPr>
              <a:lnSpc>
                <a:spcPct val="115000"/>
              </a:lnSpc>
              <a:spcAft>
                <a:spcPts val="600"/>
              </a:spcAft>
            </a:pPr>
            <a:r>
              <a:rPr lang="en-TT" sz="1800" b="1" u="sng" dirty="0">
                <a:latin typeface="Calibri" panose="020F0502020204030204" pitchFamily="34" charset="0"/>
                <a:ea typeface="Calibri" panose="020F0502020204030204" pitchFamily="34" charset="0"/>
                <a:cs typeface="Times New Roman" panose="02020603050405020304" pitchFamily="18" charset="0"/>
              </a:rPr>
              <a:t>Complaints</a:t>
            </a:r>
            <a:endParaRPr lang="en-TT" sz="1800" dirty="0">
              <a:latin typeface="Calibri" panose="020F0502020204030204" pitchFamily="34" charset="0"/>
              <a:ea typeface="Calibri" panose="020F0502020204030204" pitchFamily="34" charset="0"/>
              <a:cs typeface="Times New Roman" panose="02020603050405020304" pitchFamily="18" charset="0"/>
            </a:endParaRPr>
          </a:p>
          <a:p>
            <a:r>
              <a:rPr lang="en-TT" sz="1800" dirty="0">
                <a:latin typeface="Calibri" panose="020F0502020204030204" pitchFamily="34" charset="0"/>
                <a:cs typeface="Times New Roman" panose="02020603050405020304" pitchFamily="18" charset="0"/>
              </a:rPr>
              <a:t>1 customer complaint received for August 2026.</a:t>
            </a:r>
          </a:p>
        </p:txBody>
      </p:sp>
      <p:pic>
        <p:nvPicPr>
          <p:cNvPr id="5" name="Picture 4">
            <a:extLst>
              <a:ext uri="{FF2B5EF4-FFF2-40B4-BE49-F238E27FC236}">
                <a16:creationId xmlns:a16="http://schemas.microsoft.com/office/drawing/2014/main" id="{4C9CE2F7-B9D9-1B10-28D4-C9DBDA5CC304}"/>
              </a:ext>
            </a:extLst>
          </p:cNvPr>
          <p:cNvPicPr>
            <a:picLocks noChangeAspect="1"/>
          </p:cNvPicPr>
          <p:nvPr/>
        </p:nvPicPr>
        <p:blipFill>
          <a:blip r:embed="rId2"/>
          <a:stretch>
            <a:fillRect/>
          </a:stretch>
        </p:blipFill>
        <p:spPr>
          <a:xfrm>
            <a:off x="308147" y="1164108"/>
            <a:ext cx="8527705" cy="4407042"/>
          </a:xfrm>
          <a:prstGeom prst="rect">
            <a:avLst/>
          </a:prstGeom>
        </p:spPr>
      </p:pic>
    </p:spTree>
    <p:extLst>
      <p:ext uri="{BB962C8B-B14F-4D97-AF65-F5344CB8AC3E}">
        <p14:creationId xmlns:p14="http://schemas.microsoft.com/office/powerpoint/2010/main" val="130628373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8F213-0D8F-42F8-2DA6-FF727D47BC4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3305467-2AE4-DF2B-DC98-A8807998067F}"/>
              </a:ext>
            </a:extLst>
          </p:cNvPr>
          <p:cNvSpPr>
            <a:spLocks noGrp="1"/>
          </p:cNvSpPr>
          <p:nvPr>
            <p:ph type="sldNum" sz="quarter" idx="4"/>
          </p:nvPr>
        </p:nvSpPr>
        <p:spPr/>
        <p:txBody>
          <a:bodyPr/>
          <a:lstStyle/>
          <a:p>
            <a:fld id="{5E89B1FD-11B0-0F4B-A0BD-A76170B314AE}" type="slidenum">
              <a:rPr lang="en-US" smtClean="0"/>
              <a:pPr/>
              <a:t>27</a:t>
            </a:fld>
            <a:endParaRPr lang="en-US" sz="600" dirty="0"/>
          </a:p>
        </p:txBody>
      </p:sp>
      <p:sp>
        <p:nvSpPr>
          <p:cNvPr id="11" name="Rectangle 10">
            <a:extLst>
              <a:ext uri="{FF2B5EF4-FFF2-40B4-BE49-F238E27FC236}">
                <a16:creationId xmlns:a16="http://schemas.microsoft.com/office/drawing/2014/main" id="{9BCED3FE-5AD6-AE26-66D9-AAA55440CF5F}"/>
              </a:ext>
            </a:extLst>
          </p:cNvPr>
          <p:cNvSpPr/>
          <p:nvPr/>
        </p:nvSpPr>
        <p:spPr>
          <a:xfrm>
            <a:off x="7456479" y="991461"/>
            <a:ext cx="2653976" cy="906402"/>
          </a:xfrm>
          <a:prstGeom prst="rect">
            <a:avLst/>
          </a:prstGeom>
        </p:spPr>
        <p:txBody>
          <a:bodyPr wrap="square">
            <a:spAutoFit/>
          </a:bodyPr>
          <a:lstStyle/>
          <a:p>
            <a:pPr marL="285750" indent="-182880" defTabSz="914400">
              <a:lnSpc>
                <a:spcPct val="150000"/>
              </a:lnSpc>
              <a:spcAft>
                <a:spcPts val="600"/>
              </a:spcAft>
              <a:buClr>
                <a:schemeClr val="tx1"/>
              </a:buClr>
              <a:buFont typeface="Wingdings" pitchFamily="2" charset="2"/>
              <a:buChar char=""/>
            </a:pPr>
            <a:endParaRPr lang="en-US" sz="1300" dirty="0"/>
          </a:p>
          <a:p>
            <a:pPr marL="102870" defTabSz="914400">
              <a:lnSpc>
                <a:spcPct val="90000"/>
              </a:lnSpc>
              <a:spcAft>
                <a:spcPts val="600"/>
              </a:spcAft>
              <a:buClr>
                <a:schemeClr val="tx1"/>
              </a:buClr>
            </a:pPr>
            <a:endParaRPr lang="en-US" sz="1300" dirty="0"/>
          </a:p>
          <a:p>
            <a:pPr indent="-182880" defTabSz="914400">
              <a:lnSpc>
                <a:spcPct val="90000"/>
              </a:lnSpc>
              <a:spcAft>
                <a:spcPts val="600"/>
              </a:spcAft>
              <a:buClr>
                <a:schemeClr val="tx1"/>
              </a:buClr>
              <a:buFont typeface="Wingdings" pitchFamily="2" charset="2"/>
              <a:buChar char=""/>
            </a:pPr>
            <a:endParaRPr lang="en-US" sz="1300" dirty="0"/>
          </a:p>
        </p:txBody>
      </p:sp>
      <p:sp>
        <p:nvSpPr>
          <p:cNvPr id="10" name="Title 3">
            <a:extLst>
              <a:ext uri="{FF2B5EF4-FFF2-40B4-BE49-F238E27FC236}">
                <a16:creationId xmlns:a16="http://schemas.microsoft.com/office/drawing/2014/main" id="{0E59E45F-E625-DBCD-5D2F-9C5D6C13CF98}"/>
              </a:ext>
            </a:extLst>
          </p:cNvPr>
          <p:cNvSpPr>
            <a:spLocks noGrp="1"/>
          </p:cNvSpPr>
          <p:nvPr>
            <p:ph type="title"/>
          </p:nvPr>
        </p:nvSpPr>
        <p:spPr>
          <a:xfrm>
            <a:off x="276304" y="437006"/>
            <a:ext cx="8390859" cy="348245"/>
          </a:xfrm>
        </p:spPr>
        <p:txBody>
          <a:bodyPr>
            <a:noAutofit/>
          </a:bodyPr>
          <a:lstStyle/>
          <a:p>
            <a:r>
              <a:rPr lang="en-TT" sz="1600" dirty="0">
                <a:effectLst>
                  <a:outerShdw blurRad="38100" dist="38100" dir="2700000" algn="tl">
                    <a:srgbClr val="000000">
                      <a:alpha val="43137"/>
                    </a:srgbClr>
                  </a:outerShdw>
                </a:effectLst>
                <a:latin typeface="Trebuchet MS" panose="020B0603020202020204" pitchFamily="34" charset="0"/>
              </a:rPr>
              <a:t>QUALITY – LOCAL COMPLAINTS </a:t>
            </a:r>
            <a:br>
              <a:rPr lang="en-TT" sz="1600" dirty="0">
                <a:effectLst>
                  <a:outerShdw blurRad="38100" dist="38100" dir="2700000" algn="tl">
                    <a:srgbClr val="000000">
                      <a:alpha val="43137"/>
                    </a:srgbClr>
                  </a:outerShdw>
                </a:effectLst>
                <a:latin typeface="Trebuchet MS" panose="020B0603020202020204" pitchFamily="34" charset="0"/>
              </a:rPr>
            </a:br>
            <a:endParaRPr lang="en-TT" sz="1600" dirty="0">
              <a:effectLst>
                <a:outerShdw blurRad="38100" dist="38100" dir="2700000" algn="tl">
                  <a:srgbClr val="000000">
                    <a:alpha val="43137"/>
                  </a:srgbClr>
                </a:outerShdw>
              </a:effectLst>
              <a:latin typeface="Trebuchet MS" panose="020B0603020202020204" pitchFamily="34" charset="0"/>
            </a:endParaRPr>
          </a:p>
        </p:txBody>
      </p:sp>
      <p:pic>
        <p:nvPicPr>
          <p:cNvPr id="5" name="Picture 4">
            <a:extLst>
              <a:ext uri="{FF2B5EF4-FFF2-40B4-BE49-F238E27FC236}">
                <a16:creationId xmlns:a16="http://schemas.microsoft.com/office/drawing/2014/main" id="{4947711B-0C52-A886-1131-49B38AF238DE}"/>
              </a:ext>
            </a:extLst>
          </p:cNvPr>
          <p:cNvPicPr>
            <a:picLocks noChangeAspect="1"/>
          </p:cNvPicPr>
          <p:nvPr/>
        </p:nvPicPr>
        <p:blipFill>
          <a:blip r:embed="rId2"/>
          <a:stretch>
            <a:fillRect/>
          </a:stretch>
        </p:blipFill>
        <p:spPr>
          <a:xfrm>
            <a:off x="-17255" y="2199520"/>
            <a:ext cx="9180690" cy="1494293"/>
          </a:xfrm>
          <a:prstGeom prst="rect">
            <a:avLst/>
          </a:prstGeom>
        </p:spPr>
      </p:pic>
    </p:spTree>
    <p:extLst>
      <p:ext uri="{BB962C8B-B14F-4D97-AF65-F5344CB8AC3E}">
        <p14:creationId xmlns:p14="http://schemas.microsoft.com/office/powerpoint/2010/main" val="214185179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7006B4-B776-4F95-A736-0A3E81B735FF}"/>
              </a:ext>
            </a:extLst>
          </p:cNvPr>
          <p:cNvSpPr>
            <a:spLocks noGrp="1"/>
          </p:cNvSpPr>
          <p:nvPr>
            <p:ph type="sldNum" sz="quarter" idx="4"/>
          </p:nvPr>
        </p:nvSpPr>
        <p:spPr/>
        <p:txBody>
          <a:bodyPr/>
          <a:lstStyle/>
          <a:p>
            <a:fld id="{5E89B1FD-11B0-0F4B-A0BD-A76170B314AE}" type="slidenum">
              <a:rPr lang="en-US" smtClean="0"/>
              <a:pPr/>
              <a:t>28</a:t>
            </a:fld>
            <a:endParaRPr lang="en-US" sz="600" dirty="0"/>
          </a:p>
        </p:txBody>
      </p:sp>
      <p:sp>
        <p:nvSpPr>
          <p:cNvPr id="11" name="Rectangle 10">
            <a:extLst>
              <a:ext uri="{FF2B5EF4-FFF2-40B4-BE49-F238E27FC236}">
                <a16:creationId xmlns:a16="http://schemas.microsoft.com/office/drawing/2014/main" id="{79EE658A-EE82-49F5-BA84-485C545EBB7E}"/>
              </a:ext>
            </a:extLst>
          </p:cNvPr>
          <p:cNvSpPr/>
          <p:nvPr/>
        </p:nvSpPr>
        <p:spPr>
          <a:xfrm>
            <a:off x="7456479" y="991461"/>
            <a:ext cx="2653976" cy="906402"/>
          </a:xfrm>
          <a:prstGeom prst="rect">
            <a:avLst/>
          </a:prstGeom>
        </p:spPr>
        <p:txBody>
          <a:bodyPr wrap="square">
            <a:spAutoFit/>
          </a:bodyPr>
          <a:lstStyle/>
          <a:p>
            <a:pPr marL="285750" indent="-182880" defTabSz="914400">
              <a:lnSpc>
                <a:spcPct val="150000"/>
              </a:lnSpc>
              <a:spcAft>
                <a:spcPts val="600"/>
              </a:spcAft>
              <a:buClr>
                <a:schemeClr val="tx1"/>
              </a:buClr>
              <a:buFont typeface="Wingdings" pitchFamily="2" charset="2"/>
              <a:buChar char=""/>
            </a:pPr>
            <a:endParaRPr lang="en-US" sz="1300" dirty="0"/>
          </a:p>
          <a:p>
            <a:pPr marL="102870" defTabSz="914400">
              <a:lnSpc>
                <a:spcPct val="90000"/>
              </a:lnSpc>
              <a:spcAft>
                <a:spcPts val="600"/>
              </a:spcAft>
              <a:buClr>
                <a:schemeClr val="tx1"/>
              </a:buClr>
            </a:pPr>
            <a:endParaRPr lang="en-US" sz="1300" dirty="0"/>
          </a:p>
          <a:p>
            <a:pPr indent="-182880" defTabSz="914400">
              <a:lnSpc>
                <a:spcPct val="90000"/>
              </a:lnSpc>
              <a:spcAft>
                <a:spcPts val="600"/>
              </a:spcAft>
              <a:buClr>
                <a:schemeClr val="tx1"/>
              </a:buClr>
              <a:buFont typeface="Wingdings" pitchFamily="2" charset="2"/>
              <a:buChar char=""/>
            </a:pPr>
            <a:endParaRPr lang="en-US" sz="1300" dirty="0"/>
          </a:p>
        </p:txBody>
      </p:sp>
      <p:sp>
        <p:nvSpPr>
          <p:cNvPr id="10" name="Title 3">
            <a:extLst>
              <a:ext uri="{FF2B5EF4-FFF2-40B4-BE49-F238E27FC236}">
                <a16:creationId xmlns:a16="http://schemas.microsoft.com/office/drawing/2014/main" id="{E5A30FDB-1B71-469A-9245-550AECA85B98}"/>
              </a:ext>
            </a:extLst>
          </p:cNvPr>
          <p:cNvSpPr>
            <a:spLocks noGrp="1"/>
          </p:cNvSpPr>
          <p:nvPr>
            <p:ph type="title"/>
          </p:nvPr>
        </p:nvSpPr>
        <p:spPr>
          <a:xfrm>
            <a:off x="276304" y="437006"/>
            <a:ext cx="8390859" cy="348245"/>
          </a:xfrm>
        </p:spPr>
        <p:txBody>
          <a:bodyPr>
            <a:noAutofit/>
          </a:bodyPr>
          <a:lstStyle/>
          <a:p>
            <a:r>
              <a:rPr lang="en-TT" sz="1600" dirty="0">
                <a:effectLst>
                  <a:outerShdw blurRad="38100" dist="38100" dir="2700000" algn="tl">
                    <a:srgbClr val="000000">
                      <a:alpha val="43137"/>
                    </a:srgbClr>
                  </a:outerShdw>
                </a:effectLst>
                <a:latin typeface="Trebuchet MS" panose="020B0603020202020204" pitchFamily="34" charset="0"/>
              </a:rPr>
              <a:t>QUALITY – LOCAL CONSUMER COMPLAINTS </a:t>
            </a:r>
            <a:br>
              <a:rPr lang="en-TT" sz="1600" dirty="0">
                <a:effectLst>
                  <a:outerShdw blurRad="38100" dist="38100" dir="2700000" algn="tl">
                    <a:srgbClr val="000000">
                      <a:alpha val="43137"/>
                    </a:srgbClr>
                  </a:outerShdw>
                </a:effectLst>
                <a:latin typeface="Trebuchet MS" panose="020B0603020202020204" pitchFamily="34" charset="0"/>
              </a:rPr>
            </a:br>
            <a:endParaRPr lang="en-TT" sz="1600" dirty="0">
              <a:effectLst>
                <a:outerShdw blurRad="38100" dist="38100" dir="2700000" algn="tl">
                  <a:srgbClr val="000000">
                    <a:alpha val="43137"/>
                  </a:srgbClr>
                </a:outerShdw>
              </a:effectLst>
              <a:latin typeface="Trebuchet MS" panose="020B0603020202020204" pitchFamily="34" charset="0"/>
            </a:endParaRPr>
          </a:p>
        </p:txBody>
      </p:sp>
      <p:pic>
        <p:nvPicPr>
          <p:cNvPr id="4" name="Picture 3">
            <a:extLst>
              <a:ext uri="{FF2B5EF4-FFF2-40B4-BE49-F238E27FC236}">
                <a16:creationId xmlns:a16="http://schemas.microsoft.com/office/drawing/2014/main" id="{40F8DA06-E279-11F6-08B6-D07217873361}"/>
              </a:ext>
            </a:extLst>
          </p:cNvPr>
          <p:cNvPicPr>
            <a:picLocks noChangeAspect="1"/>
          </p:cNvPicPr>
          <p:nvPr/>
        </p:nvPicPr>
        <p:blipFill>
          <a:blip r:embed="rId2"/>
          <a:stretch>
            <a:fillRect/>
          </a:stretch>
        </p:blipFill>
        <p:spPr>
          <a:xfrm>
            <a:off x="548814" y="1649513"/>
            <a:ext cx="8046372" cy="3692032"/>
          </a:xfrm>
          <a:prstGeom prst="rect">
            <a:avLst/>
          </a:prstGeom>
        </p:spPr>
      </p:pic>
    </p:spTree>
    <p:extLst>
      <p:ext uri="{BB962C8B-B14F-4D97-AF65-F5344CB8AC3E}">
        <p14:creationId xmlns:p14="http://schemas.microsoft.com/office/powerpoint/2010/main" val="527716398"/>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DE4F5-1F78-0956-03A3-78C4189E1CCB}"/>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13922D4-5245-FE37-ED53-B58BE7E60A51}"/>
              </a:ext>
            </a:extLst>
          </p:cNvPr>
          <p:cNvSpPr>
            <a:spLocks noGrp="1"/>
          </p:cNvSpPr>
          <p:nvPr>
            <p:ph type="sldNum" sz="quarter" idx="4"/>
          </p:nvPr>
        </p:nvSpPr>
        <p:spPr/>
        <p:txBody>
          <a:bodyPr/>
          <a:lstStyle/>
          <a:p>
            <a:fld id="{5E89B1FD-11B0-0F4B-A0BD-A76170B314AE}" type="slidenum">
              <a:rPr lang="en-US" smtClean="0"/>
              <a:pPr/>
              <a:t>29</a:t>
            </a:fld>
            <a:endParaRPr lang="en-US" sz="600" dirty="0"/>
          </a:p>
        </p:txBody>
      </p:sp>
      <p:sp>
        <p:nvSpPr>
          <p:cNvPr id="11" name="Rectangle 10">
            <a:extLst>
              <a:ext uri="{FF2B5EF4-FFF2-40B4-BE49-F238E27FC236}">
                <a16:creationId xmlns:a16="http://schemas.microsoft.com/office/drawing/2014/main" id="{CBF09175-DF47-C8DC-644D-A14261A4DD14}"/>
              </a:ext>
            </a:extLst>
          </p:cNvPr>
          <p:cNvSpPr/>
          <p:nvPr/>
        </p:nvSpPr>
        <p:spPr>
          <a:xfrm>
            <a:off x="7456479" y="991461"/>
            <a:ext cx="2653976" cy="906402"/>
          </a:xfrm>
          <a:prstGeom prst="rect">
            <a:avLst/>
          </a:prstGeom>
        </p:spPr>
        <p:txBody>
          <a:bodyPr wrap="square">
            <a:spAutoFit/>
          </a:bodyPr>
          <a:lstStyle/>
          <a:p>
            <a:pPr marL="285750" indent="-182880" defTabSz="914400">
              <a:lnSpc>
                <a:spcPct val="150000"/>
              </a:lnSpc>
              <a:spcAft>
                <a:spcPts val="600"/>
              </a:spcAft>
              <a:buClr>
                <a:schemeClr val="tx1"/>
              </a:buClr>
              <a:buFont typeface="Wingdings" pitchFamily="2" charset="2"/>
              <a:buChar char=""/>
            </a:pPr>
            <a:endParaRPr lang="en-US" sz="1300" dirty="0"/>
          </a:p>
          <a:p>
            <a:pPr marL="102870" defTabSz="914400">
              <a:lnSpc>
                <a:spcPct val="90000"/>
              </a:lnSpc>
              <a:spcAft>
                <a:spcPts val="600"/>
              </a:spcAft>
              <a:buClr>
                <a:schemeClr val="tx1"/>
              </a:buClr>
            </a:pPr>
            <a:endParaRPr lang="en-US" sz="1300" dirty="0"/>
          </a:p>
          <a:p>
            <a:pPr indent="-182880" defTabSz="914400">
              <a:lnSpc>
                <a:spcPct val="90000"/>
              </a:lnSpc>
              <a:spcAft>
                <a:spcPts val="600"/>
              </a:spcAft>
              <a:buClr>
                <a:schemeClr val="tx1"/>
              </a:buClr>
              <a:buFont typeface="Wingdings" pitchFamily="2" charset="2"/>
              <a:buChar char=""/>
            </a:pPr>
            <a:endParaRPr lang="en-US" sz="1300" dirty="0"/>
          </a:p>
        </p:txBody>
      </p:sp>
      <p:sp>
        <p:nvSpPr>
          <p:cNvPr id="10" name="Title 3">
            <a:extLst>
              <a:ext uri="{FF2B5EF4-FFF2-40B4-BE49-F238E27FC236}">
                <a16:creationId xmlns:a16="http://schemas.microsoft.com/office/drawing/2014/main" id="{F0A71FEA-9AE7-95AA-9210-5673B0E7907B}"/>
              </a:ext>
            </a:extLst>
          </p:cNvPr>
          <p:cNvSpPr>
            <a:spLocks noGrp="1"/>
          </p:cNvSpPr>
          <p:nvPr>
            <p:ph type="title"/>
          </p:nvPr>
        </p:nvSpPr>
        <p:spPr>
          <a:xfrm>
            <a:off x="276304" y="437006"/>
            <a:ext cx="8390859" cy="348245"/>
          </a:xfrm>
        </p:spPr>
        <p:txBody>
          <a:bodyPr>
            <a:noAutofit/>
          </a:bodyPr>
          <a:lstStyle/>
          <a:p>
            <a:r>
              <a:rPr lang="en-TT" sz="1600" dirty="0">
                <a:effectLst>
                  <a:outerShdw blurRad="38100" dist="38100" dir="2700000" algn="tl">
                    <a:srgbClr val="000000">
                      <a:alpha val="43137"/>
                    </a:srgbClr>
                  </a:outerShdw>
                </a:effectLst>
                <a:latin typeface="Trebuchet MS" panose="020B0603020202020204" pitchFamily="34" charset="0"/>
              </a:rPr>
              <a:t>QUALITY – LOCAL CUSTOMER COMPLAINTS </a:t>
            </a:r>
            <a:br>
              <a:rPr lang="en-TT" sz="1600" dirty="0">
                <a:effectLst>
                  <a:outerShdw blurRad="38100" dist="38100" dir="2700000" algn="tl">
                    <a:srgbClr val="000000">
                      <a:alpha val="43137"/>
                    </a:srgbClr>
                  </a:outerShdw>
                </a:effectLst>
                <a:latin typeface="Trebuchet MS" panose="020B0603020202020204" pitchFamily="34" charset="0"/>
              </a:rPr>
            </a:br>
            <a:endParaRPr lang="en-TT" sz="1600" dirty="0">
              <a:effectLst>
                <a:outerShdw blurRad="38100" dist="38100" dir="2700000" algn="tl">
                  <a:srgbClr val="000000">
                    <a:alpha val="43137"/>
                  </a:srgbClr>
                </a:outerShdw>
              </a:effectLst>
              <a:latin typeface="Trebuchet MS" panose="020B0603020202020204" pitchFamily="34" charset="0"/>
            </a:endParaRPr>
          </a:p>
        </p:txBody>
      </p:sp>
      <p:sp>
        <p:nvSpPr>
          <p:cNvPr id="8" name="TextBox 7">
            <a:extLst>
              <a:ext uri="{FF2B5EF4-FFF2-40B4-BE49-F238E27FC236}">
                <a16:creationId xmlns:a16="http://schemas.microsoft.com/office/drawing/2014/main" id="{C76C9793-B199-4B5A-A7F5-520C25D1305C}"/>
              </a:ext>
            </a:extLst>
          </p:cNvPr>
          <p:cNvSpPr txBox="1"/>
          <p:nvPr/>
        </p:nvSpPr>
        <p:spPr>
          <a:xfrm>
            <a:off x="521363" y="5866539"/>
            <a:ext cx="7443256" cy="369332"/>
          </a:xfrm>
          <a:prstGeom prst="rect">
            <a:avLst/>
          </a:prstGeom>
          <a:noFill/>
        </p:spPr>
        <p:txBody>
          <a:bodyPr wrap="square">
            <a:spAutoFit/>
          </a:bodyPr>
          <a:lstStyle/>
          <a:p>
            <a:r>
              <a:rPr lang="en-US" dirty="0"/>
              <a:t>There were 1 customer complaint received for August 2026.</a:t>
            </a:r>
          </a:p>
        </p:txBody>
      </p:sp>
      <p:pic>
        <p:nvPicPr>
          <p:cNvPr id="6" name="Picture 5">
            <a:extLst>
              <a:ext uri="{FF2B5EF4-FFF2-40B4-BE49-F238E27FC236}">
                <a16:creationId xmlns:a16="http://schemas.microsoft.com/office/drawing/2014/main" id="{AD31AD2E-4CD5-4886-8E18-23E0A524C938}"/>
              </a:ext>
            </a:extLst>
          </p:cNvPr>
          <p:cNvPicPr>
            <a:picLocks noChangeAspect="1"/>
          </p:cNvPicPr>
          <p:nvPr/>
        </p:nvPicPr>
        <p:blipFill>
          <a:blip r:embed="rId2"/>
          <a:stretch>
            <a:fillRect/>
          </a:stretch>
        </p:blipFill>
        <p:spPr>
          <a:xfrm>
            <a:off x="503420" y="1523903"/>
            <a:ext cx="8137159" cy="4053865"/>
          </a:xfrm>
          <a:prstGeom prst="rect">
            <a:avLst/>
          </a:prstGeom>
        </p:spPr>
      </p:pic>
    </p:spTree>
    <p:extLst>
      <p:ext uri="{BB962C8B-B14F-4D97-AF65-F5344CB8AC3E}">
        <p14:creationId xmlns:p14="http://schemas.microsoft.com/office/powerpoint/2010/main" val="219227480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9C5D9A5-58EF-4DE0-94BF-706EBF5FCE8F}"/>
              </a:ext>
            </a:extLst>
          </p:cNvPr>
          <p:cNvSpPr>
            <a:spLocks noGrp="1"/>
          </p:cNvSpPr>
          <p:nvPr>
            <p:ph type="sldNum" sz="quarter" idx="4"/>
          </p:nvPr>
        </p:nvSpPr>
        <p:spPr/>
        <p:txBody>
          <a:bodyPr/>
          <a:lstStyle/>
          <a:p>
            <a:fld id="{5E89B1FD-11B0-0F4B-A0BD-A76170B314AE}" type="slidenum">
              <a:rPr lang="en-US" smtClean="0"/>
              <a:pPr/>
              <a:t>30</a:t>
            </a:fld>
            <a:endParaRPr lang="en-US" sz="600" dirty="0"/>
          </a:p>
        </p:txBody>
      </p:sp>
      <p:pic>
        <p:nvPicPr>
          <p:cNvPr id="3" name="Picture 2">
            <a:extLst>
              <a:ext uri="{FF2B5EF4-FFF2-40B4-BE49-F238E27FC236}">
                <a16:creationId xmlns:a16="http://schemas.microsoft.com/office/drawing/2014/main" id="{880A7227-82AD-4158-B270-6BB82EB59447}"/>
              </a:ext>
            </a:extLst>
          </p:cNvPr>
          <p:cNvPicPr>
            <a:picLocks noChangeAspect="1"/>
          </p:cNvPicPr>
          <p:nvPr/>
        </p:nvPicPr>
        <p:blipFill>
          <a:blip r:embed="rId2"/>
          <a:stretch>
            <a:fillRect/>
          </a:stretch>
        </p:blipFill>
        <p:spPr>
          <a:xfrm>
            <a:off x="863610" y="908085"/>
            <a:ext cx="5736833" cy="5041829"/>
          </a:xfrm>
          <a:prstGeom prst="rect">
            <a:avLst/>
          </a:prstGeom>
          <a:ln>
            <a:noFill/>
          </a:ln>
          <a:effectLst>
            <a:softEdge rad="112500"/>
          </a:effectLst>
        </p:spPr>
      </p:pic>
    </p:spTree>
    <p:extLst>
      <p:ext uri="{BB962C8B-B14F-4D97-AF65-F5344CB8AC3E}">
        <p14:creationId xmlns:p14="http://schemas.microsoft.com/office/powerpoint/2010/main" val="2505167734"/>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HINKCELLPRESENTATIONDONOTDELETE" val="&lt;?xml version=&quot;1.0&quot; encoding=&quot;UTF-16&quot; standalone=&quot;yes&quot;?&gt;&lt;root reqver=&quot;23045&quot;&gt;&lt;version val=&quot;24134&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yearfmt&gt;&lt;begin val=&quot;0&quot;/&gt;&lt;end val=&quot;4&quot;/&gt;&lt;/m_yearfmt&gt;&lt;/m_precDefaultDate&gt;&lt;m_precDefaultYear&gt;&lt;m_yearfmt&gt;&lt;begin val=&quot;0&quot;/&gt;&lt;end val=&quot;4&quot;/&gt;&lt;/m_yearfmt&gt;&lt;/m_precDefaultYear&gt;&lt;m_precDefaultQuarter&gt;&lt;m_bNumberIsYear val=&quot;0&quot;/&gt;&lt;m_strFormatTime&gt;Q%5&lt;/m_strFormatTime&gt;&lt;m_yearfmt&gt;&lt;begin val=&quot;0&quot;/&gt;&lt;end val=&quot;4&quot;/&gt;&lt;/m_yearfmt&gt;&lt;/m_precDefaultQuarter&gt;&lt;m_precDefaultMonth&gt;&lt;m_yearfmt&gt;&lt;begin val=&quot;0&quot;/&gt;&lt;end val=&quot;4&quot;/&gt;&lt;/m_yearfmt&gt;&lt;/m_precDefaultMonth&gt;&lt;m_precDefaultWeek&gt;&lt;m_bNumberIsYear val=&quot;0&quot;/&gt;&lt;m_strFormatTime&gt;%4&lt;/m_strFormatTime&gt;&lt;m_yearfmt&gt;&lt;begin val=&quot;0&quot;/&gt;&lt;end val=&quot;4&quot;/&gt;&lt;/m_yearfmt&gt;&lt;/m_precDefaultWeek&gt;&lt;m_precDefaultDay&gt;&lt;m_bNumberIsYear val=&quot;0&quot;/&gt;&lt;m_strFormatTime&gt;%#d&lt;/m_strFormatTime&gt;&lt;m_yearfmt&gt;&lt;begin val=&quot;0&quot;/&gt;&lt;end val=&quot;4&quot;/&gt;&lt;/m_yearfmt&gt;&lt;/m_precDefaultDay&gt;&lt;m_mruColor&gt;&lt;m_vecMRU length=&quot;7&quot;&gt;&lt;elem m_fUsage=&quot;7.50497052579503340000E+000&quot;&gt;&lt;m_msothmcolidx val=&quot;0&quot;/&gt;&lt;m_rgb r=&quot;00&quot; g=&quot;5B&quot; b=&quot;00&quot;/&gt;&lt;m_nBrightness val=&quot;0&quot;/&gt;&lt;/elem&gt;&lt;elem m_fUsage=&quot;1.00000000000000000000E+000&quot;&gt;&lt;m_msothmcolidx val=&quot;0&quot;/&gt;&lt;m_rgb r=&quot;FF&quot; g=&quot;EF&quot; b=&quot;BF&quot;/&gt;&lt;m_nBrightness val=&quot;0&quot;/&gt;&lt;/elem&gt;&lt;elem m_fUsage=&quot;3.52073835881849870000E-001&quot;&gt;&lt;m_msothmcolidx val=&quot;0&quot;/&gt;&lt;m_rgb r=&quot;00&quot; g=&quot;7D&quot; b=&quot;00&quot;/&gt;&lt;m_nBrightness val=&quot;0&quot;/&gt;&lt;/elem&gt;&lt;elem m_fUsage=&quot;3.42273973815869880000E-001&quot;&gt;&lt;m_msothmcolidx val=&quot;0&quot;/&gt;&lt;m_rgb r=&quot;12&quot; g=&quot;03&quot; b=&quot;C9&quot;/&gt;&lt;m_nBrightness val=&quot;0&quot;/&gt;&lt;/elem&gt;&lt;elem m_fUsage=&quot;3.35514499163753250000E-001&quot;&gt;&lt;m_msothmcolidx val=&quot;0&quot;/&gt;&lt;m_rgb r=&quot;00&quot; g=&quot;B3&quot; b=&quot;00&quot;/&gt;&lt;m_nBrightness val=&quot;0&quot;/&gt;&lt;/elem&gt;&lt;elem m_fUsage=&quot;1.35085171767299280000E-001&quot;&gt;&lt;m_msothmcolidx val=&quot;0&quot;/&gt;&lt;m_rgb r=&quot;E3&quot; g=&quot;79&quot; b=&quot;04&quot;/&gt;&lt;m_nBrightness val=&quot;0&quot;/&gt;&lt;/elem&gt;&lt;elem m_fUsage=&quot;7.97664430768725700000E-002&quot;&gt;&lt;m_msothmcolidx val=&quot;0&quot;/&gt;&lt;m_rgb r=&quot;F8&quot; g=&quot;33&quot; b=&quot;16&quot;/&gt;&lt;m_nBrightness val=&quot;0&quot;/&gt;&lt;/elem&gt;&lt;/m_vecMRU&gt;&lt;/m_mruColor&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rosper Presentation Format">
  <a:themeElements>
    <a:clrScheme name="Prosper Presentation Forma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rosper Presentation Format">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AU" sz="12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AU" sz="12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Prosper Presentation Forma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osper Presentation Forma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osper Presentation Forma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osper Presentation Forma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osper Presentation Forma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osper Presentation Forma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rosper Presentation Forma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rosper Presentation Forma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rosper Presentation Forma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rosper Presentation Forma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rosper Presentation Forma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rosper Presentation Forma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960 CARIB Brewery">
  <a:themeElements>
    <a:clrScheme name="CARIB">
      <a:dk1>
        <a:srgbClr val="000000"/>
      </a:dk1>
      <a:lt1>
        <a:srgbClr val="FFFFFF"/>
      </a:lt1>
      <a:dk2>
        <a:srgbClr val="002142"/>
      </a:dk2>
      <a:lt2>
        <a:srgbClr val="E7E6E6"/>
      </a:lt2>
      <a:accent1>
        <a:srgbClr val="003C76"/>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p="http://schemas.openxmlformats.org/presentationml/2006/main" xmlns:r="http://schemas.openxmlformats.org/officeDocument/2006/relationships" xmlns="" val="1"/>
          </a:ext>
        </a:extLst>
      </a:spPr>
      <a:bodyPr wrap="square" lIns="50800" tIns="50800" rIns="50800" bIns="50800" rtlCol="0" anchor="t">
        <a:normAutofit/>
      </a:bodyPr>
      <a:lstStyle>
        <a:defPPr algn="l">
          <a:defRPr sz="1600" b="0" dirty="0" smtClean="0">
            <a:latin typeface="Trebuchet MS" panose="020B0703020202090204" pitchFamily="34" charset="0"/>
            <a:ea typeface="Open Sans SemiBold"/>
            <a:cs typeface="Open Sans SemiBold"/>
            <a:sym typeface="Open Sans SemiBold"/>
          </a:defRPr>
        </a:defPPr>
      </a:lstStyle>
    </a:txDef>
  </a:objectDefaults>
  <a:extraClrSchemeLst/>
</a:theme>
</file>

<file path=ppt/theme/theme3.xml><?xml version="1.0" encoding="utf-8"?>
<a:theme xmlns:a="http://schemas.openxmlformats.org/drawingml/2006/main" name="1_1960 CARIB Brewery">
  <a:themeElements>
    <a:clrScheme name="CARIB">
      <a:dk1>
        <a:srgbClr val="000000"/>
      </a:dk1>
      <a:lt1>
        <a:srgbClr val="FFFFFF"/>
      </a:lt1>
      <a:dk2>
        <a:srgbClr val="002142"/>
      </a:dk2>
      <a:lt2>
        <a:srgbClr val="E7E6E6"/>
      </a:lt2>
      <a:accent1>
        <a:srgbClr val="003C76"/>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ln w="12700">
          <a:miter lim="400000"/>
        </a:ln>
        <a:extLst>
          <a:ext uri="{C572A759-6A51-4108-AA02-DFA0A04FC94B}">
            <ma14:wrappingTextBoxFlag xmlns="" xmlns:r="http://schemas.openxmlformats.org/officeDocument/2006/relationships" xmlns:p="http://schemas.openxmlformats.org/presentationml/2006/main" xmlns:m="http://schemas.openxmlformats.org/officeDocument/2006/math" xmlns:a14="http://schemas.microsoft.com/office/drawing/2010/main" xmlns:ma14="http://schemas.microsoft.com/office/mac/drawingml/2011/main" val="1"/>
          </a:ext>
        </a:extLst>
      </a:spPr>
      <a:bodyPr wrap="square" lIns="50800" tIns="50800" rIns="50800" bIns="50800" rtlCol="0" anchor="t">
        <a:normAutofit/>
      </a:bodyPr>
      <a:lstStyle>
        <a:defPPr algn="l">
          <a:defRPr sz="1600" b="0" dirty="0" smtClean="0">
            <a:latin typeface="Trebuchet MS" panose="020B0703020202090204" pitchFamily="34" charset="0"/>
            <a:ea typeface="Open Sans SemiBold"/>
            <a:cs typeface="Open Sans SemiBold"/>
            <a:sym typeface="Open Sans SemiBold"/>
          </a:defRPr>
        </a:defPPr>
      </a:lstStyle>
    </a:txDef>
  </a:objectDefaults>
  <a:extraClrSchemeLst/>
</a:theme>
</file>

<file path=ppt/theme/theme4.xml><?xml version="1.0" encoding="utf-8"?>
<a:theme xmlns:a="http://schemas.openxmlformats.org/drawingml/2006/main" name="2_1960 CARIB Brewery">
  <a:themeElements>
    <a:clrScheme name="CARIB">
      <a:dk1>
        <a:srgbClr val="000000"/>
      </a:dk1>
      <a:lt1>
        <a:srgbClr val="FFFFFF"/>
      </a:lt1>
      <a:dk2>
        <a:srgbClr val="002142"/>
      </a:dk2>
      <a:lt2>
        <a:srgbClr val="E7E6E6"/>
      </a:lt2>
      <a:accent1>
        <a:srgbClr val="003C76"/>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p="http://schemas.openxmlformats.org/presentationml/2006/main" xmlns:r="http://schemas.openxmlformats.org/officeDocument/2006/relationships" xmlns="" val="1"/>
          </a:ext>
        </a:extLst>
      </a:spPr>
      <a:bodyPr wrap="square" lIns="50800" tIns="50800" rIns="50800" bIns="50800" rtlCol="0" anchor="t">
        <a:normAutofit/>
      </a:bodyPr>
      <a:lstStyle>
        <a:defPPr algn="l">
          <a:defRPr sz="1600" b="0" dirty="0" smtClean="0">
            <a:latin typeface="Trebuchet MS" panose="020B0703020202090204" pitchFamily="34" charset="0"/>
            <a:ea typeface="Open Sans SemiBold"/>
            <a:cs typeface="Open Sans SemiBold"/>
            <a:sym typeface="Open Sans SemiBold"/>
          </a:defRPr>
        </a:defPPr>
      </a:lstStyle>
    </a:txDef>
  </a:objectDefaults>
  <a:extraClrSchemeLst/>
</a:theme>
</file>

<file path=ppt/theme/theme5.xml><?xml version="1.0" encoding="utf-8"?>
<a:theme xmlns:a="http://schemas.openxmlformats.org/drawingml/2006/main" name="CARIB Brewery">
  <a:themeElements>
    <a:clrScheme name="CARIB">
      <a:dk1>
        <a:srgbClr val="000000"/>
      </a:dk1>
      <a:lt1>
        <a:srgbClr val="FFFFFF"/>
      </a:lt1>
      <a:dk2>
        <a:srgbClr val="002142"/>
      </a:dk2>
      <a:lt2>
        <a:srgbClr val="E7E6E6"/>
      </a:lt2>
      <a:accent1>
        <a:srgbClr val="003C76"/>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ln w="12700">
          <a:miter lim="400000"/>
        </a:ln>
        <a:extLst>
          <a:ext uri="{C572A759-6A51-4108-AA02-DFA0A04FC94B}">
            <ma14:wrappingTextBoxFlag xmlns="" xmlns:r="http://schemas.openxmlformats.org/officeDocument/2006/relationships" xmlns:p="http://schemas.openxmlformats.org/presentationml/2006/main" xmlns:m="http://schemas.openxmlformats.org/officeDocument/2006/math" xmlns:a14="http://schemas.microsoft.com/office/drawing/2010/main" xmlns:ma14="http://schemas.microsoft.com/office/mac/drawingml/2011/main" val="1"/>
          </a:ext>
        </a:extLst>
      </a:spPr>
      <a:bodyPr wrap="square" lIns="50800" tIns="50800" rIns="50800" bIns="50800" anchor="ctr">
        <a:normAutofit/>
      </a:bodyPr>
      <a:lstStyle>
        <a:defPPr algn="l">
          <a:defRPr sz="3000" b="0" dirty="0" smtClean="0">
            <a:latin typeface="Open Sans SemiBold"/>
            <a:ea typeface="Open Sans SemiBold"/>
            <a:cs typeface="Open Sans SemiBold"/>
            <a:sym typeface="Open Sans SemiBold"/>
          </a:defRPr>
        </a:defPPr>
      </a:lstStyle>
    </a:txDef>
  </a:objectDefaults>
  <a:extraClrSchemeLst/>
</a:theme>
</file>

<file path=ppt/theme/theme6.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1960 CARIB Brewery">
  <a:themeElements>
    <a:clrScheme name="CARIB">
      <a:dk1>
        <a:srgbClr val="000000"/>
      </a:dk1>
      <a:lt1>
        <a:srgbClr val="FFFFFF"/>
      </a:lt1>
      <a:dk2>
        <a:srgbClr val="002142"/>
      </a:dk2>
      <a:lt2>
        <a:srgbClr val="E7E6E6"/>
      </a:lt2>
      <a:accent1>
        <a:srgbClr val="003C76"/>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ln w="12700">
          <a:miter lim="400000"/>
        </a:ln>
        <a:extLst>
          <a:ext uri="{C572A759-6A51-4108-AA02-DFA0A04FC94B}">
            <ma14:wrappingTextBoxFlag xmlns="" xmlns:r="http://schemas.openxmlformats.org/officeDocument/2006/relationships" xmlns:p="http://schemas.openxmlformats.org/presentationml/2006/main" xmlns:m="http://schemas.openxmlformats.org/officeDocument/2006/math" xmlns:a14="http://schemas.microsoft.com/office/drawing/2010/main" xmlns:ma14="http://schemas.microsoft.com/office/mac/drawingml/2011/main" val="1"/>
          </a:ext>
        </a:extLst>
      </a:spPr>
      <a:bodyPr wrap="square" lIns="50800" tIns="50800" rIns="50800" bIns="50800" rtlCol="0" anchor="t">
        <a:normAutofit/>
      </a:bodyPr>
      <a:lstStyle>
        <a:defPPr algn="l">
          <a:defRPr sz="1600" b="0" dirty="0" smtClean="0">
            <a:latin typeface="Trebuchet MS" panose="020B0703020202090204" pitchFamily="34" charset="0"/>
            <a:ea typeface="Open Sans SemiBold"/>
            <a:cs typeface="Open Sans SemiBold"/>
            <a:sym typeface="Open Sans SemiBold"/>
          </a:defRPr>
        </a:defPPr>
      </a:lstStyle>
    </a:txDef>
  </a:objectDefaults>
  <a:extraClrSchemeLst/>
</a:theme>
</file>

<file path=ppt/theme/theme8.xml><?xml version="1.0" encoding="utf-8"?>
<a:theme xmlns:a="http://schemas.openxmlformats.org/drawingml/2006/main" name="1947 CARIB Brewery">
  <a:themeElements>
    <a:clrScheme name="CARIB">
      <a:dk1>
        <a:srgbClr val="000000"/>
      </a:dk1>
      <a:lt1>
        <a:srgbClr val="FFFFFF"/>
      </a:lt1>
      <a:dk2>
        <a:srgbClr val="002142"/>
      </a:dk2>
      <a:lt2>
        <a:srgbClr val="E7E6E6"/>
      </a:lt2>
      <a:accent1>
        <a:srgbClr val="003C76"/>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p="http://schemas.openxmlformats.org/presentationml/2006/main" xmlns:r="http://schemas.openxmlformats.org/officeDocument/2006/relationships" xmlns="" val="1"/>
          </a:ext>
        </a:extLst>
      </a:spPr>
      <a:bodyPr wrap="square" lIns="50800" tIns="50800" rIns="50800" bIns="50800" rtlCol="0" anchor="t">
        <a:normAutofit/>
      </a:bodyPr>
      <a:lstStyle>
        <a:defPPr algn="l">
          <a:defRPr sz="1600" b="0" dirty="0" smtClean="0">
            <a:latin typeface="Trebuchet MS" panose="020B0703020202090204" pitchFamily="34" charset="0"/>
            <a:ea typeface="Open Sans SemiBold"/>
            <a:cs typeface="Open Sans SemiBold"/>
            <a:sym typeface="Open Sans SemiBold"/>
          </a:defRPr>
        </a:defPPr>
      </a:lstStyle>
    </a:txDef>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8715C90D8298F49B45E502B09E7D51C" ma:contentTypeVersion="14" ma:contentTypeDescription="Create a new document." ma:contentTypeScope="" ma:versionID="a6615bc2e1071e56412f5c4747da6559">
  <xsd:schema xmlns:xsd="http://www.w3.org/2001/XMLSchema" xmlns:xs="http://www.w3.org/2001/XMLSchema" xmlns:p="http://schemas.microsoft.com/office/2006/metadata/properties" xmlns:ns1="http://schemas.microsoft.com/sharepoint/v3" xmlns:ns2="330a53c6-bfd1-4820-95a3-e20d529df0cf" xmlns:ns3="8ba1b3f7-767f-4f05-965d-d2b3b09e7f49" targetNamespace="http://schemas.microsoft.com/office/2006/metadata/properties" ma:root="true" ma:fieldsID="9aac716a87ddf2a83462c6c6983fe2bf" ns1:_="" ns2:_="" ns3:_="">
    <xsd:import namespace="http://schemas.microsoft.com/sharepoint/v3"/>
    <xsd:import namespace="330a53c6-bfd1-4820-95a3-e20d529df0cf"/>
    <xsd:import namespace="8ba1b3f7-767f-4f05-965d-d2b3b09e7f49"/>
    <xsd:element name="properties">
      <xsd:complexType>
        <xsd:sequence>
          <xsd:element name="documentManagement">
            <xsd:complexType>
              <xsd:all>
                <xsd:element ref="ns1:PublishingStartDate" minOccurs="0"/>
                <xsd:element ref="ns1:PublishingExpirationDate" minOccurs="0"/>
                <xsd:element ref="ns2:MediaServiceMetadata" minOccurs="0"/>
                <xsd:element ref="ns2:MediaServiceFastMetadata" minOccurs="0"/>
                <xsd:element ref="ns3:SharedWithUsers" minOccurs="0"/>
                <xsd:element ref="ns3:SharedWithDetails" minOccurs="0"/>
                <xsd:element ref="ns2:MediaServiceAutoTags" minOccurs="0"/>
                <xsd:element ref="ns2:MediaServiceDateTaken" minOccurs="0"/>
                <xsd:element ref="ns2:MediaServiceLocation" minOccurs="0"/>
                <xsd:element ref="ns2:MediaServiceOCR" minOccurs="0"/>
                <xsd:element ref="ns2:_Flow_SignoffStatus"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0a53c6-bfd1-4820-95a3-e20d529df0cf"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AutoTags" ma:index="14" nillable="true" ma:displayName="MediaServiceAutoTags" ma:internalName="MediaServiceAutoTags"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MediaServiceLocation" ma:internalName="MediaServiceLocation" ma:readOnly="true">
      <xsd:simpleType>
        <xsd:restriction base="dms:Text"/>
      </xsd:simpleType>
    </xsd:element>
    <xsd:element name="MediaServiceOCR" ma:index="17" nillable="true" ma:displayName="MediaServiceOCR" ma:internalName="MediaServiceOCR" ma:readOnly="true">
      <xsd:simpleType>
        <xsd:restriction base="dms:Note">
          <xsd:maxLength value="255"/>
        </xsd:restriction>
      </xsd:simpleType>
    </xsd:element>
    <xsd:element name="_Flow_SignoffStatus" ma:index="18" nillable="true" ma:displayName="Sign-off status" ma:internalName="_x0024_Resources_x003a_core_x002c_Signoff_Status_x003b_">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ba1b3f7-767f-4f05-965d-d2b3b09e7f4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8ba1b3f7-767f-4f05-965d-d2b3b09e7f49">
      <UserInfo>
        <DisplayName>Rachenda Ramdeen</DisplayName>
        <AccountId>24</AccountId>
        <AccountType/>
      </UserInfo>
      <UserInfo>
        <DisplayName>Erik Uddenberg</DisplayName>
        <AccountId>194</AccountId>
        <AccountType/>
      </UserInfo>
      <UserInfo>
        <DisplayName>Miguel Marquez</DisplayName>
        <AccountId>160</AccountId>
        <AccountType/>
      </UserInfo>
      <UserInfo>
        <DisplayName>Sheldon G. Wood</DisplayName>
        <AccountId>156</AccountId>
        <AccountType/>
      </UserInfo>
      <UserInfo>
        <DisplayName>Akash Ragbir</DisplayName>
        <AccountId>224</AccountId>
        <AccountType/>
      </UserInfo>
      <UserInfo>
        <DisplayName>Adrian Sabga</DisplayName>
        <AccountId>154</AccountId>
        <AccountType/>
      </UserInfo>
      <UserInfo>
        <DisplayName>Rahim Mohammed</DisplayName>
        <AccountId>140</AccountId>
        <AccountType/>
      </UserInfo>
      <UserInfo>
        <DisplayName>Leesa Murally</DisplayName>
        <AccountId>155</AccountId>
        <AccountType/>
      </UserInfo>
      <UserInfo>
        <DisplayName>Sunita Thomas</DisplayName>
        <AccountId>152</AccountId>
        <AccountType/>
      </UserInfo>
      <UserInfo>
        <DisplayName>Jerome Singh</DisplayName>
        <AccountId>505</AccountId>
        <AccountType/>
      </UserInfo>
      <UserInfo>
        <DisplayName>Anthony Sabga III</DisplayName>
        <AccountId>23</AccountId>
        <AccountType/>
      </UserInfo>
      <UserInfo>
        <DisplayName>Natalie Fulchan</DisplayName>
        <AccountId>543</AccountId>
        <AccountType/>
      </UserInfo>
      <UserInfo>
        <DisplayName>ELT Boardroom</DisplayName>
        <AccountId>568</AccountId>
        <AccountType/>
      </UserInfo>
      <UserInfo>
        <DisplayName>Rienzi Sookram</DisplayName>
        <AccountId>403</AccountId>
        <AccountType/>
      </UserInfo>
    </SharedWithUsers>
    <_Flow_SignoffStatus xmlns="330a53c6-bfd1-4820-95a3-e20d529df0cf" xsi:nil="true"/>
    <PublishingExpirationDate xmlns="http://schemas.microsoft.com/sharepoint/v3" xsi:nil="true"/>
    <PublishingStartDate xmlns="http://schemas.microsoft.com/sharepoint/v3" xsi:nil="true"/>
  </documentManagement>
</p:properties>
</file>

<file path=customXml/itemProps1.xml><?xml version="1.0" encoding="utf-8"?>
<ds:datastoreItem xmlns:ds="http://schemas.openxmlformats.org/officeDocument/2006/customXml" ds:itemID="{CC40469B-0D5A-4BD2-A3A5-17EAA2002813}">
  <ds:schemaRefs>
    <ds:schemaRef ds:uri="http://schemas.microsoft.com/sharepoint/v3/contenttype/forms"/>
  </ds:schemaRefs>
</ds:datastoreItem>
</file>

<file path=customXml/itemProps2.xml><?xml version="1.0" encoding="utf-8"?>
<ds:datastoreItem xmlns:ds="http://schemas.openxmlformats.org/officeDocument/2006/customXml" ds:itemID="{517CB563-5EC2-4C0B-9131-8D3CC5B398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30a53c6-bfd1-4820-95a3-e20d529df0cf"/>
    <ds:schemaRef ds:uri="8ba1b3f7-767f-4f05-965d-d2b3b09e7f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78C5965-CEC9-475A-A85E-171F102C1C1D}">
  <ds:schemaRefs>
    <ds:schemaRef ds:uri="8ba1b3f7-767f-4f05-965d-d2b3b09e7f49"/>
    <ds:schemaRef ds:uri="http://schemas.microsoft.com/office/2006/metadata/properties"/>
    <ds:schemaRef ds:uri="http://purl.org/dc/terms/"/>
    <ds:schemaRef ds:uri="http://schemas.microsoft.com/office/infopath/2007/PartnerControls"/>
    <ds:schemaRef ds:uri="http://schemas.microsoft.com/office/2006/documentManagement/types"/>
    <ds:schemaRef ds:uri="http://schemas.openxmlformats.org/package/2006/metadata/core-properties"/>
    <ds:schemaRef ds:uri="330a53c6-bfd1-4820-95a3-e20d529df0cf"/>
    <ds:schemaRef ds:uri="http://purl.org/dc/elements/1.1/"/>
    <ds:schemaRef ds:uri="http://schemas.microsoft.com/sharepoint/v3"/>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61699</TotalTime>
  <Words>1588</Words>
  <Application>Microsoft Office PowerPoint</Application>
  <PresentationFormat>On-screen Show (4:3)</PresentationFormat>
  <Paragraphs>300</Paragraphs>
  <Slides>30</Slides>
  <Notes>9</Notes>
  <HiddenSlides>0</HiddenSlides>
  <MMClips>0</MMClips>
  <ScaleCrop>false</ScaleCrop>
  <HeadingPairs>
    <vt:vector size="8" baseType="variant">
      <vt:variant>
        <vt:lpstr>Fonts Used</vt:lpstr>
      </vt:variant>
      <vt:variant>
        <vt:i4>14</vt:i4>
      </vt:variant>
      <vt:variant>
        <vt:lpstr>Theme</vt:lpstr>
      </vt:variant>
      <vt:variant>
        <vt:i4>8</vt:i4>
      </vt:variant>
      <vt:variant>
        <vt:lpstr>Embedded OLE Servers</vt:lpstr>
      </vt:variant>
      <vt:variant>
        <vt:i4>1</vt:i4>
      </vt:variant>
      <vt:variant>
        <vt:lpstr>Slide Titles</vt:lpstr>
      </vt:variant>
      <vt:variant>
        <vt:i4>30</vt:i4>
      </vt:variant>
    </vt:vector>
  </HeadingPairs>
  <TitlesOfParts>
    <vt:vector size="53" baseType="lpstr">
      <vt:lpstr>Aptos</vt:lpstr>
      <vt:lpstr>Arial</vt:lpstr>
      <vt:lpstr>Calibri</vt:lpstr>
      <vt:lpstr>Calibri Light</vt:lpstr>
      <vt:lpstr>Century Gothic</vt:lpstr>
      <vt:lpstr>Helvetica Neue</vt:lpstr>
      <vt:lpstr>Helvetica Neue Medium</vt:lpstr>
      <vt:lpstr>Open Sans</vt:lpstr>
      <vt:lpstr>Open Sans Bold</vt:lpstr>
      <vt:lpstr>Open Sans Light</vt:lpstr>
      <vt:lpstr>Open Sans Regular</vt:lpstr>
      <vt:lpstr>Open Sans SemiBold</vt:lpstr>
      <vt:lpstr>Trebuchet MS</vt:lpstr>
      <vt:lpstr>Wingdings</vt:lpstr>
      <vt:lpstr>Prosper Presentation Format</vt:lpstr>
      <vt:lpstr>1960 CARIB Brewery</vt:lpstr>
      <vt:lpstr>1_1960 CARIB Brewery</vt:lpstr>
      <vt:lpstr>2_1960 CARIB Brewery</vt:lpstr>
      <vt:lpstr>CARIB Brewery</vt:lpstr>
      <vt:lpstr>2_Office Theme</vt:lpstr>
      <vt:lpstr>4_1960 CARIB Brewery</vt:lpstr>
      <vt:lpstr>1947 CARIB Brewery</vt:lpstr>
      <vt:lpstr>think-cell Slide</vt:lpstr>
      <vt:lpstr> Carib Brewery Grenada Limited  SCTCM Report   August 2026 </vt:lpstr>
      <vt:lpstr>GRENADA Safety Pyramid</vt:lpstr>
      <vt:lpstr>HSE KPI’S – UC-UB REPORTS </vt:lpstr>
      <vt:lpstr>  HSE KPI’S – ACCIDENTS</vt:lpstr>
      <vt:lpstr>  KPI’S – AUDITS</vt:lpstr>
      <vt:lpstr>Production- CAPEX Status AUGUST 2026</vt:lpstr>
      <vt:lpstr>Production 2026- YTD KPI’s</vt:lpstr>
      <vt:lpstr> Production- Packaging Line </vt:lpstr>
      <vt:lpstr> Production- Packaging Line </vt:lpstr>
      <vt:lpstr>Production- Packaging Line </vt:lpstr>
      <vt:lpstr>Production- Packaging Line </vt:lpstr>
      <vt:lpstr>Production- Packaging Line </vt:lpstr>
      <vt:lpstr>Production- Packaging Line –OEE </vt:lpstr>
      <vt:lpstr>Production- Packaging Line –OEE </vt:lpstr>
      <vt:lpstr>PowerPoint Presentation</vt:lpstr>
      <vt:lpstr>PowerPoint Presentation</vt:lpstr>
      <vt:lpstr>PRODUCTION- PACKAGING LINE </vt:lpstr>
      <vt:lpstr>June 2026 Timestealers</vt:lpstr>
      <vt:lpstr>Top 4 Timestealers and Actions to Address</vt:lpstr>
      <vt:lpstr>PowerPoint Presentation</vt:lpstr>
      <vt:lpstr>Production – Brewing Performance 2026</vt:lpstr>
      <vt:lpstr>PowerPoint Presentation</vt:lpstr>
      <vt:lpstr>PowerPoint Presentation</vt:lpstr>
      <vt:lpstr>PowerPoint Presentation</vt:lpstr>
      <vt:lpstr>QUALITY- FTR </vt:lpstr>
      <vt:lpstr>QUALITY – LOCAL CONSUMER COMPLAINTS  </vt:lpstr>
      <vt:lpstr>QUALITY – LOCAL COMPLAINTS  </vt:lpstr>
      <vt:lpstr>QUALITY – LOCAL CONSUMER COMPLAINTS  </vt:lpstr>
      <vt:lpstr>QUALITY – LOCAL CUSTOMER COMPLAINTS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Confidential ANSA McAL Beverage Sector  Caribbean Development Company Board Meeting   DATE:  March 6th 2018   These materials may not be used or relied upon for any purposes other than that specifically contemplated by a written agreement with ANSA McAL Limited</dc:title>
  <dc:creator>Sunita Thomas</dc:creator>
  <cp:lastModifiedBy>Kaylil Baptiste</cp:lastModifiedBy>
  <cp:revision>2296</cp:revision>
  <cp:lastPrinted>2026-02-10T13:53:35Z</cp:lastPrinted>
  <dcterms:modified xsi:type="dcterms:W3CDTF">2026-09-17T16:01:28Z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0x010100B8715C90D8298F49B45E502B09E7D51C</vt:lpwstr>
  </property>
</Properties>
</file>